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9B7A1-08EC-3F24-AFA3-708D2927F8E3}" v="237" dt="2025-10-24T08:22:07.910"/>
    <p1510:client id="{394E8395-76CC-158C-6E34-5B02E93C8318}" v="17" dt="2025-10-24T09:13:04.921"/>
    <p1510:client id="{3F1D7832-709A-3367-F75E-902AE9056935}" v="286" dt="2025-10-24T09:05:10.576"/>
    <p1510:client id="{40A8529E-4CF3-A4AA-2582-975271484787}" v="26" dt="2025-10-24T08:33:33.032"/>
    <p1510:client id="{4B1C92AA-CE31-5475-9E30-FF4C5D330629}" v="5" vWet="6" dt="2025-10-24T09:14:27.016"/>
    <p1510:client id="{65885F28-B022-A5A9-F392-51A93F874AA3}" v="6" dt="2025-10-24T09:13:42.716"/>
    <p1510:client id="{78301CF8-0799-251D-C99C-724859D6D117}" v="292" dt="2025-10-23T19:53:25.395"/>
    <p1510:client id="{A3347EC1-EE53-3233-0715-21589EA9DA21}" v="55" dt="2025-10-24T09:09:51.422"/>
    <p1510:client id="{BD3943BE-F589-B38E-FA6E-204E4CA0F492}" v="92" dt="2025-10-23T19:54:52.050"/>
    <p1510:client id="{D1AC1D1E-834A-6B8E-69BF-FFD5C0A159F7}" v="44" dt="2025-10-24T09:13:51.236"/>
    <p1510:client id="{E34E9952-CA98-10C6-7B1A-896E934C02A0}" v="2" dt="2025-10-23T19:03:53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C76407-1991-437F-B10C-6FE9874C7366}" type="doc">
      <dgm:prSet loTypeId="urn:microsoft.com/office/officeart/2005/8/layout/list1" loCatId="list" qsTypeId="urn:microsoft.com/office/officeart/2005/8/quickstyle/simple2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9B4CF8E9-FB75-42A9-91C8-F882D8B32B29}">
      <dgm:prSet/>
      <dgm:spPr/>
      <dgm:t>
        <a:bodyPr/>
        <a:lstStyle/>
        <a:p>
          <a:pPr rtl="0"/>
          <a:r>
            <a:rPr lang="hr-HR" dirty="0">
              <a:latin typeface="Calibri"/>
              <a:ea typeface="Calibri"/>
              <a:cs typeface="Calibri"/>
            </a:rPr>
            <a:t>Članovi grupe i uloge</a:t>
          </a:r>
        </a:p>
      </dgm:t>
    </dgm:pt>
    <dgm:pt modelId="{6526EF34-B4F7-4FA6-8F78-AE62D283F0B6}" type="parTrans" cxnId="{32D7F5C1-E22A-45B9-B4B6-8D9C7C94D7D3}">
      <dgm:prSet/>
      <dgm:spPr/>
      <dgm:t>
        <a:bodyPr/>
        <a:lstStyle/>
        <a:p>
          <a:endParaRPr lang="en-US"/>
        </a:p>
      </dgm:t>
    </dgm:pt>
    <dgm:pt modelId="{ECB85F6B-2F8E-41EC-B84D-6D561159EEAE}" type="sibTrans" cxnId="{32D7F5C1-E22A-45B9-B4B6-8D9C7C94D7D3}">
      <dgm:prSet/>
      <dgm:spPr/>
      <dgm:t>
        <a:bodyPr/>
        <a:lstStyle/>
        <a:p>
          <a:endParaRPr lang="en-US"/>
        </a:p>
      </dgm:t>
    </dgm:pt>
    <dgm:pt modelId="{A946EAF8-C494-4ADB-AACA-9FAC561C90B3}">
      <dgm:prSet/>
      <dgm:spPr/>
      <dgm:t>
        <a:bodyPr/>
        <a:lstStyle/>
        <a:p>
          <a:r>
            <a:rPr lang="hr-HR" dirty="0">
              <a:latin typeface="Calibri"/>
              <a:ea typeface="Calibri"/>
              <a:cs typeface="Calibri"/>
            </a:rPr>
            <a:t>O projektu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1FBF8CC7-AC62-43FF-B97A-817CFDEED71E}" type="parTrans" cxnId="{EC3099E2-DD32-4968-88BD-CFC701620D59}">
      <dgm:prSet/>
      <dgm:spPr/>
      <dgm:t>
        <a:bodyPr/>
        <a:lstStyle/>
        <a:p>
          <a:endParaRPr lang="en-US"/>
        </a:p>
      </dgm:t>
    </dgm:pt>
    <dgm:pt modelId="{3B68E91E-78C6-452F-9297-82DF2A6854EE}" type="sibTrans" cxnId="{EC3099E2-DD32-4968-88BD-CFC701620D59}">
      <dgm:prSet/>
      <dgm:spPr/>
      <dgm:t>
        <a:bodyPr/>
        <a:lstStyle/>
        <a:p>
          <a:endParaRPr lang="en-US"/>
        </a:p>
      </dgm:t>
    </dgm:pt>
    <dgm:pt modelId="{DF6DDCAE-1813-42DC-A2DB-AA1BC3835CFF}">
      <dgm:prSet/>
      <dgm:spPr/>
      <dgm:t>
        <a:bodyPr/>
        <a:lstStyle/>
        <a:p>
          <a:r>
            <a:rPr lang="hr-HR" dirty="0">
              <a:latin typeface="Calibri"/>
              <a:ea typeface="Calibri"/>
              <a:cs typeface="Calibri"/>
            </a:rPr>
            <a:t>Pregled zahtjeva: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74921437-31AB-4AC0-A30D-11542E907EB4}" type="parTrans" cxnId="{E64EE643-82B2-463E-A1F9-4D8F5F72CB14}">
      <dgm:prSet/>
      <dgm:spPr/>
      <dgm:t>
        <a:bodyPr/>
        <a:lstStyle/>
        <a:p>
          <a:endParaRPr lang="en-US"/>
        </a:p>
      </dgm:t>
    </dgm:pt>
    <dgm:pt modelId="{31A5B53D-0B3D-4A60-A7DA-A7B21EDF9C24}" type="sibTrans" cxnId="{E64EE643-82B2-463E-A1F9-4D8F5F72CB14}">
      <dgm:prSet/>
      <dgm:spPr/>
      <dgm:t>
        <a:bodyPr/>
        <a:lstStyle/>
        <a:p>
          <a:endParaRPr lang="en-US"/>
        </a:p>
      </dgm:t>
    </dgm:pt>
    <dgm:pt modelId="{CBBD84F7-12D4-48C7-A8EB-A7A3A8DD5EFE}">
      <dgm:prSet phldr="0"/>
      <dgm:spPr/>
      <dgm:t>
        <a:bodyPr/>
        <a:lstStyle/>
        <a:p>
          <a:r>
            <a:rPr lang="hr-HR" dirty="0">
              <a:latin typeface="Calibri"/>
              <a:ea typeface="Calibri"/>
              <a:cs typeface="Calibri"/>
            </a:rPr>
            <a:t>Funkcionalni</a:t>
          </a:r>
        </a:p>
      </dgm:t>
    </dgm:pt>
    <dgm:pt modelId="{3B433CFD-0DB4-4FC5-AEBB-694BD78417BB}" type="parTrans" cxnId="{CD51D28F-FBED-4862-833F-504716AC2F10}">
      <dgm:prSet/>
      <dgm:spPr/>
      <dgm:t>
        <a:bodyPr/>
        <a:lstStyle/>
        <a:p>
          <a:endParaRPr lang="en-US"/>
        </a:p>
      </dgm:t>
    </dgm:pt>
    <dgm:pt modelId="{3D74CEEB-AD8A-424D-BE46-F2614EC338E3}" type="sibTrans" cxnId="{CD51D28F-FBED-4862-833F-504716AC2F10}">
      <dgm:prSet/>
      <dgm:spPr/>
      <dgm:t>
        <a:bodyPr/>
        <a:lstStyle/>
        <a:p>
          <a:endParaRPr lang="en-US"/>
        </a:p>
      </dgm:t>
    </dgm:pt>
    <dgm:pt modelId="{B13D9B16-1B4D-460A-BC6F-14C6FA0BC449}">
      <dgm:prSet/>
      <dgm:spPr/>
      <dgm:t>
        <a:bodyPr/>
        <a:lstStyle/>
        <a:p>
          <a:r>
            <a:rPr lang="hr-HR" dirty="0">
              <a:latin typeface="Calibri"/>
              <a:ea typeface="Calibri"/>
              <a:cs typeface="Calibri"/>
            </a:rPr>
            <a:t>Nefunkcionalni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3105E9F3-7241-4646-9F74-91A61A5D0340}" type="parTrans" cxnId="{2C90B7A1-A0B2-4349-8DD9-B9EA49893FC9}">
      <dgm:prSet/>
      <dgm:spPr/>
      <dgm:t>
        <a:bodyPr/>
        <a:lstStyle/>
        <a:p>
          <a:endParaRPr lang="en-US"/>
        </a:p>
      </dgm:t>
    </dgm:pt>
    <dgm:pt modelId="{38B0BB55-F934-42B8-8DA0-E48F1F017A79}" type="sibTrans" cxnId="{2C90B7A1-A0B2-4349-8DD9-B9EA49893FC9}">
      <dgm:prSet/>
      <dgm:spPr/>
      <dgm:t>
        <a:bodyPr/>
        <a:lstStyle/>
        <a:p>
          <a:endParaRPr lang="en-US"/>
        </a:p>
      </dgm:t>
    </dgm:pt>
    <dgm:pt modelId="{7ADD945C-FCE7-4380-A1B3-4D5D85CE2EE1}">
      <dgm:prSet/>
      <dgm:spPr/>
      <dgm:t>
        <a:bodyPr/>
        <a:lstStyle/>
        <a:p>
          <a:r>
            <a:rPr lang="hr-HR" dirty="0">
              <a:latin typeface="Calibri"/>
              <a:ea typeface="Calibri"/>
              <a:cs typeface="Calibri"/>
            </a:rPr>
            <a:t>Tehnologije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EA129802-9A31-47CB-B815-A6EAA752263D}" type="parTrans" cxnId="{E2C9DA49-1AAF-4F16-8345-4A6B69296A57}">
      <dgm:prSet/>
      <dgm:spPr/>
      <dgm:t>
        <a:bodyPr/>
        <a:lstStyle/>
        <a:p>
          <a:endParaRPr lang="en-US"/>
        </a:p>
      </dgm:t>
    </dgm:pt>
    <dgm:pt modelId="{AA4E7FB2-E3D7-45DA-AFA2-D5BFB519EFCF}" type="sibTrans" cxnId="{E2C9DA49-1AAF-4F16-8345-4A6B69296A57}">
      <dgm:prSet/>
      <dgm:spPr/>
      <dgm:t>
        <a:bodyPr/>
        <a:lstStyle/>
        <a:p>
          <a:endParaRPr lang="en-US"/>
        </a:p>
      </dgm:t>
    </dgm:pt>
    <dgm:pt modelId="{DAF5A489-B749-42EB-96FA-CF59D26286F0}" type="pres">
      <dgm:prSet presAssocID="{59C76407-1991-437F-B10C-6FE9874C7366}" presName="linear" presStyleCnt="0">
        <dgm:presLayoutVars>
          <dgm:dir/>
          <dgm:animLvl val="lvl"/>
          <dgm:resizeHandles val="exact"/>
        </dgm:presLayoutVars>
      </dgm:prSet>
      <dgm:spPr/>
    </dgm:pt>
    <dgm:pt modelId="{852AC96C-8D26-42A8-BE24-571BE0CE19EA}" type="pres">
      <dgm:prSet presAssocID="{9B4CF8E9-FB75-42A9-91C8-F882D8B32B29}" presName="parentLin" presStyleCnt="0"/>
      <dgm:spPr/>
    </dgm:pt>
    <dgm:pt modelId="{7B0F76D1-98FE-4BF3-9A14-12B1E282D104}" type="pres">
      <dgm:prSet presAssocID="{9B4CF8E9-FB75-42A9-91C8-F882D8B32B29}" presName="parentLeftMargin" presStyleLbl="node1" presStyleIdx="0" presStyleCnt="4"/>
      <dgm:spPr/>
    </dgm:pt>
    <dgm:pt modelId="{256856EF-17F1-465B-A9F5-5C8B8A9DF82D}" type="pres">
      <dgm:prSet presAssocID="{9B4CF8E9-FB75-42A9-91C8-F882D8B32B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BA85DE-C3F8-45DE-8044-A3FF6B7198DF}" type="pres">
      <dgm:prSet presAssocID="{9B4CF8E9-FB75-42A9-91C8-F882D8B32B29}" presName="negativeSpace" presStyleCnt="0"/>
      <dgm:spPr/>
    </dgm:pt>
    <dgm:pt modelId="{602D7AF8-9175-42E9-BBA1-49A80BAD52DD}" type="pres">
      <dgm:prSet presAssocID="{9B4CF8E9-FB75-42A9-91C8-F882D8B32B29}" presName="childText" presStyleLbl="conFgAcc1" presStyleIdx="0" presStyleCnt="4">
        <dgm:presLayoutVars>
          <dgm:bulletEnabled val="1"/>
        </dgm:presLayoutVars>
      </dgm:prSet>
      <dgm:spPr/>
    </dgm:pt>
    <dgm:pt modelId="{4419AD8E-E774-4154-8651-A5C9DA28E7B1}" type="pres">
      <dgm:prSet presAssocID="{ECB85F6B-2F8E-41EC-B84D-6D561159EEAE}" presName="spaceBetweenRectangles" presStyleCnt="0"/>
      <dgm:spPr/>
    </dgm:pt>
    <dgm:pt modelId="{86D48F75-042F-4F62-9486-F2E81B41CE65}" type="pres">
      <dgm:prSet presAssocID="{A946EAF8-C494-4ADB-AACA-9FAC561C90B3}" presName="parentLin" presStyleCnt="0"/>
      <dgm:spPr/>
    </dgm:pt>
    <dgm:pt modelId="{5E1A49BE-698C-486F-A490-56D90753C820}" type="pres">
      <dgm:prSet presAssocID="{A946EAF8-C494-4ADB-AACA-9FAC561C90B3}" presName="parentLeftMargin" presStyleLbl="node1" presStyleIdx="0" presStyleCnt="4"/>
      <dgm:spPr/>
    </dgm:pt>
    <dgm:pt modelId="{D7AAF1F3-300A-4AF7-A8E7-E872219C6C49}" type="pres">
      <dgm:prSet presAssocID="{A946EAF8-C494-4ADB-AACA-9FAC561C90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E6D8CF-C5BC-45C1-A534-84712A6169C5}" type="pres">
      <dgm:prSet presAssocID="{A946EAF8-C494-4ADB-AACA-9FAC561C90B3}" presName="negativeSpace" presStyleCnt="0"/>
      <dgm:spPr/>
    </dgm:pt>
    <dgm:pt modelId="{6031F898-206E-47EE-84E0-4733FB4C9841}" type="pres">
      <dgm:prSet presAssocID="{A946EAF8-C494-4ADB-AACA-9FAC561C90B3}" presName="childText" presStyleLbl="conFgAcc1" presStyleIdx="1" presStyleCnt="4">
        <dgm:presLayoutVars>
          <dgm:bulletEnabled val="1"/>
        </dgm:presLayoutVars>
      </dgm:prSet>
      <dgm:spPr/>
    </dgm:pt>
    <dgm:pt modelId="{A78E8469-7251-48DF-B83C-9E021BB22439}" type="pres">
      <dgm:prSet presAssocID="{3B68E91E-78C6-452F-9297-82DF2A6854EE}" presName="spaceBetweenRectangles" presStyleCnt="0"/>
      <dgm:spPr/>
    </dgm:pt>
    <dgm:pt modelId="{55C51CB9-2974-47E5-83A0-7A0B339DCED0}" type="pres">
      <dgm:prSet presAssocID="{DF6DDCAE-1813-42DC-A2DB-AA1BC3835CFF}" presName="parentLin" presStyleCnt="0"/>
      <dgm:spPr/>
    </dgm:pt>
    <dgm:pt modelId="{DB8AA76E-219C-4E4B-A325-11216EC78B81}" type="pres">
      <dgm:prSet presAssocID="{DF6DDCAE-1813-42DC-A2DB-AA1BC3835CFF}" presName="parentLeftMargin" presStyleLbl="node1" presStyleIdx="1" presStyleCnt="4"/>
      <dgm:spPr/>
    </dgm:pt>
    <dgm:pt modelId="{74DF4401-10AD-479C-A51E-31BBD62B3080}" type="pres">
      <dgm:prSet presAssocID="{DF6DDCAE-1813-42DC-A2DB-AA1BC3835C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EAF757-7A20-4C9D-92F6-FB523F3BE235}" type="pres">
      <dgm:prSet presAssocID="{DF6DDCAE-1813-42DC-A2DB-AA1BC3835CFF}" presName="negativeSpace" presStyleCnt="0"/>
      <dgm:spPr/>
    </dgm:pt>
    <dgm:pt modelId="{E60BF90B-6CB8-47B4-8857-565F5EC5E34C}" type="pres">
      <dgm:prSet presAssocID="{DF6DDCAE-1813-42DC-A2DB-AA1BC3835CFF}" presName="childText" presStyleLbl="conFgAcc1" presStyleIdx="2" presStyleCnt="4">
        <dgm:presLayoutVars>
          <dgm:bulletEnabled val="1"/>
        </dgm:presLayoutVars>
      </dgm:prSet>
      <dgm:spPr/>
    </dgm:pt>
    <dgm:pt modelId="{D36F5850-A490-43AB-BCEB-9271DE96D9F8}" type="pres">
      <dgm:prSet presAssocID="{31A5B53D-0B3D-4A60-A7DA-A7B21EDF9C24}" presName="spaceBetweenRectangles" presStyleCnt="0"/>
      <dgm:spPr/>
    </dgm:pt>
    <dgm:pt modelId="{93E033CE-1360-4DDB-A9D4-771C96231A3A}" type="pres">
      <dgm:prSet presAssocID="{7ADD945C-FCE7-4380-A1B3-4D5D85CE2EE1}" presName="parentLin" presStyleCnt="0"/>
      <dgm:spPr/>
    </dgm:pt>
    <dgm:pt modelId="{BACAE2B0-11DB-4EF7-9116-2A2CCF351B3C}" type="pres">
      <dgm:prSet presAssocID="{7ADD945C-FCE7-4380-A1B3-4D5D85CE2EE1}" presName="parentLeftMargin" presStyleLbl="node1" presStyleIdx="2" presStyleCnt="4"/>
      <dgm:spPr/>
    </dgm:pt>
    <dgm:pt modelId="{EB3A8D58-0A8A-4763-8B35-1233E615C11D}" type="pres">
      <dgm:prSet presAssocID="{7ADD945C-FCE7-4380-A1B3-4D5D85CE2EE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354C8B3-FE80-49C3-BA84-16281BFDC9E9}" type="pres">
      <dgm:prSet presAssocID="{7ADD945C-FCE7-4380-A1B3-4D5D85CE2EE1}" presName="negativeSpace" presStyleCnt="0"/>
      <dgm:spPr/>
    </dgm:pt>
    <dgm:pt modelId="{53B91F08-9927-43DF-91E5-F141F26A2678}" type="pres">
      <dgm:prSet presAssocID="{7ADD945C-FCE7-4380-A1B3-4D5D85CE2EE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790B263-FB71-444E-8D12-678F5E67681E}" type="presOf" srcId="{CBBD84F7-12D4-48C7-A8EB-A7A3A8DD5EFE}" destId="{E60BF90B-6CB8-47B4-8857-565F5EC5E34C}" srcOrd="0" destOrd="0" presId="urn:microsoft.com/office/officeart/2005/8/layout/list1"/>
    <dgm:cxn modelId="{E64EE643-82B2-463E-A1F9-4D8F5F72CB14}" srcId="{59C76407-1991-437F-B10C-6FE9874C7366}" destId="{DF6DDCAE-1813-42DC-A2DB-AA1BC3835CFF}" srcOrd="2" destOrd="0" parTransId="{74921437-31AB-4AC0-A30D-11542E907EB4}" sibTransId="{31A5B53D-0B3D-4A60-A7DA-A7B21EDF9C24}"/>
    <dgm:cxn modelId="{E2C9DA49-1AAF-4F16-8345-4A6B69296A57}" srcId="{59C76407-1991-437F-B10C-6FE9874C7366}" destId="{7ADD945C-FCE7-4380-A1B3-4D5D85CE2EE1}" srcOrd="3" destOrd="0" parTransId="{EA129802-9A31-47CB-B815-A6EAA752263D}" sibTransId="{AA4E7FB2-E3D7-45DA-AFA2-D5BFB519EFCF}"/>
    <dgm:cxn modelId="{97FBAB51-784C-47A7-9CA8-374156CA339C}" type="presOf" srcId="{B13D9B16-1B4D-460A-BC6F-14C6FA0BC449}" destId="{E60BF90B-6CB8-47B4-8857-565F5EC5E34C}" srcOrd="0" destOrd="1" presId="urn:microsoft.com/office/officeart/2005/8/layout/list1"/>
    <dgm:cxn modelId="{CD51D28F-FBED-4862-833F-504716AC2F10}" srcId="{DF6DDCAE-1813-42DC-A2DB-AA1BC3835CFF}" destId="{CBBD84F7-12D4-48C7-A8EB-A7A3A8DD5EFE}" srcOrd="0" destOrd="0" parTransId="{3B433CFD-0DB4-4FC5-AEBB-694BD78417BB}" sibTransId="{3D74CEEB-AD8A-424D-BE46-F2614EC338E3}"/>
    <dgm:cxn modelId="{5ED36B91-0810-4687-AE23-74723000B805}" type="presOf" srcId="{A946EAF8-C494-4ADB-AACA-9FAC561C90B3}" destId="{5E1A49BE-698C-486F-A490-56D90753C820}" srcOrd="0" destOrd="0" presId="urn:microsoft.com/office/officeart/2005/8/layout/list1"/>
    <dgm:cxn modelId="{F7118993-7450-4C4C-9FC4-56C2FB4A6375}" type="presOf" srcId="{DF6DDCAE-1813-42DC-A2DB-AA1BC3835CFF}" destId="{74DF4401-10AD-479C-A51E-31BBD62B3080}" srcOrd="1" destOrd="0" presId="urn:microsoft.com/office/officeart/2005/8/layout/list1"/>
    <dgm:cxn modelId="{84B29499-ADF3-4554-B980-8397AF2B31C2}" type="presOf" srcId="{9B4CF8E9-FB75-42A9-91C8-F882D8B32B29}" destId="{256856EF-17F1-465B-A9F5-5C8B8A9DF82D}" srcOrd="1" destOrd="0" presId="urn:microsoft.com/office/officeart/2005/8/layout/list1"/>
    <dgm:cxn modelId="{2C90B7A1-A0B2-4349-8DD9-B9EA49893FC9}" srcId="{DF6DDCAE-1813-42DC-A2DB-AA1BC3835CFF}" destId="{B13D9B16-1B4D-460A-BC6F-14C6FA0BC449}" srcOrd="1" destOrd="0" parTransId="{3105E9F3-7241-4646-9F74-91A61A5D0340}" sibTransId="{38B0BB55-F934-42B8-8DA0-E48F1F017A79}"/>
    <dgm:cxn modelId="{C3825FA9-A52B-40C0-A475-60881F61A11E}" type="presOf" srcId="{7ADD945C-FCE7-4380-A1B3-4D5D85CE2EE1}" destId="{BACAE2B0-11DB-4EF7-9116-2A2CCF351B3C}" srcOrd="0" destOrd="0" presId="urn:microsoft.com/office/officeart/2005/8/layout/list1"/>
    <dgm:cxn modelId="{467AC8B0-CB0D-43F5-A75A-78CB51387960}" type="presOf" srcId="{A946EAF8-C494-4ADB-AACA-9FAC561C90B3}" destId="{D7AAF1F3-300A-4AF7-A8E7-E872219C6C49}" srcOrd="1" destOrd="0" presId="urn:microsoft.com/office/officeart/2005/8/layout/list1"/>
    <dgm:cxn modelId="{1B3B37B3-2291-4AEE-8191-FFA2A19314F2}" type="presOf" srcId="{7ADD945C-FCE7-4380-A1B3-4D5D85CE2EE1}" destId="{EB3A8D58-0A8A-4763-8B35-1233E615C11D}" srcOrd="1" destOrd="0" presId="urn:microsoft.com/office/officeart/2005/8/layout/list1"/>
    <dgm:cxn modelId="{32D7F5C1-E22A-45B9-B4B6-8D9C7C94D7D3}" srcId="{59C76407-1991-437F-B10C-6FE9874C7366}" destId="{9B4CF8E9-FB75-42A9-91C8-F882D8B32B29}" srcOrd="0" destOrd="0" parTransId="{6526EF34-B4F7-4FA6-8F78-AE62D283F0B6}" sibTransId="{ECB85F6B-2F8E-41EC-B84D-6D561159EEAE}"/>
    <dgm:cxn modelId="{A30601C9-D9D1-4A36-BF02-172BDF441116}" type="presOf" srcId="{9B4CF8E9-FB75-42A9-91C8-F882D8B32B29}" destId="{7B0F76D1-98FE-4BF3-9A14-12B1E282D104}" srcOrd="0" destOrd="0" presId="urn:microsoft.com/office/officeart/2005/8/layout/list1"/>
    <dgm:cxn modelId="{C8E4F9D5-33D7-4E0E-BA3A-D1A4B3388BCD}" type="presOf" srcId="{59C76407-1991-437F-B10C-6FE9874C7366}" destId="{DAF5A489-B749-42EB-96FA-CF59D26286F0}" srcOrd="0" destOrd="0" presId="urn:microsoft.com/office/officeart/2005/8/layout/list1"/>
    <dgm:cxn modelId="{45B0ACDA-0EF0-4E77-946D-D9FAEA67C922}" type="presOf" srcId="{DF6DDCAE-1813-42DC-A2DB-AA1BC3835CFF}" destId="{DB8AA76E-219C-4E4B-A325-11216EC78B81}" srcOrd="0" destOrd="0" presId="urn:microsoft.com/office/officeart/2005/8/layout/list1"/>
    <dgm:cxn modelId="{EC3099E2-DD32-4968-88BD-CFC701620D59}" srcId="{59C76407-1991-437F-B10C-6FE9874C7366}" destId="{A946EAF8-C494-4ADB-AACA-9FAC561C90B3}" srcOrd="1" destOrd="0" parTransId="{1FBF8CC7-AC62-43FF-B97A-817CFDEED71E}" sibTransId="{3B68E91E-78C6-452F-9297-82DF2A6854EE}"/>
    <dgm:cxn modelId="{63A11741-7E8E-4504-9F6B-B6A30BF69F7B}" type="presParOf" srcId="{DAF5A489-B749-42EB-96FA-CF59D26286F0}" destId="{852AC96C-8D26-42A8-BE24-571BE0CE19EA}" srcOrd="0" destOrd="0" presId="urn:microsoft.com/office/officeart/2005/8/layout/list1"/>
    <dgm:cxn modelId="{AE2FCB14-6C5F-4675-B030-711AF34176E0}" type="presParOf" srcId="{852AC96C-8D26-42A8-BE24-571BE0CE19EA}" destId="{7B0F76D1-98FE-4BF3-9A14-12B1E282D104}" srcOrd="0" destOrd="0" presId="urn:microsoft.com/office/officeart/2005/8/layout/list1"/>
    <dgm:cxn modelId="{2BE56F88-6D46-4955-866C-F2AA3804BA69}" type="presParOf" srcId="{852AC96C-8D26-42A8-BE24-571BE0CE19EA}" destId="{256856EF-17F1-465B-A9F5-5C8B8A9DF82D}" srcOrd="1" destOrd="0" presId="urn:microsoft.com/office/officeart/2005/8/layout/list1"/>
    <dgm:cxn modelId="{CF2E6F7A-06A7-49C4-9984-119B3A76A6E5}" type="presParOf" srcId="{DAF5A489-B749-42EB-96FA-CF59D26286F0}" destId="{B5BA85DE-C3F8-45DE-8044-A3FF6B7198DF}" srcOrd="1" destOrd="0" presId="urn:microsoft.com/office/officeart/2005/8/layout/list1"/>
    <dgm:cxn modelId="{C9632CC9-BB4F-4D2E-964F-F4CED8C49910}" type="presParOf" srcId="{DAF5A489-B749-42EB-96FA-CF59D26286F0}" destId="{602D7AF8-9175-42E9-BBA1-49A80BAD52DD}" srcOrd="2" destOrd="0" presId="urn:microsoft.com/office/officeart/2005/8/layout/list1"/>
    <dgm:cxn modelId="{C88C4C76-B789-461A-ADC9-9273226FFADC}" type="presParOf" srcId="{DAF5A489-B749-42EB-96FA-CF59D26286F0}" destId="{4419AD8E-E774-4154-8651-A5C9DA28E7B1}" srcOrd="3" destOrd="0" presId="urn:microsoft.com/office/officeart/2005/8/layout/list1"/>
    <dgm:cxn modelId="{21E6A78C-BFC6-48B3-B15E-D051517B7FB3}" type="presParOf" srcId="{DAF5A489-B749-42EB-96FA-CF59D26286F0}" destId="{86D48F75-042F-4F62-9486-F2E81B41CE65}" srcOrd="4" destOrd="0" presId="urn:microsoft.com/office/officeart/2005/8/layout/list1"/>
    <dgm:cxn modelId="{66D9C6BB-8FFA-4EF4-8835-796646F6340D}" type="presParOf" srcId="{86D48F75-042F-4F62-9486-F2E81B41CE65}" destId="{5E1A49BE-698C-486F-A490-56D90753C820}" srcOrd="0" destOrd="0" presId="urn:microsoft.com/office/officeart/2005/8/layout/list1"/>
    <dgm:cxn modelId="{EA7C6117-C903-47D4-A27B-37645E006463}" type="presParOf" srcId="{86D48F75-042F-4F62-9486-F2E81B41CE65}" destId="{D7AAF1F3-300A-4AF7-A8E7-E872219C6C49}" srcOrd="1" destOrd="0" presId="urn:microsoft.com/office/officeart/2005/8/layout/list1"/>
    <dgm:cxn modelId="{07C8C9F4-490B-4DB8-ACF0-7C397E39E990}" type="presParOf" srcId="{DAF5A489-B749-42EB-96FA-CF59D26286F0}" destId="{75E6D8CF-C5BC-45C1-A534-84712A6169C5}" srcOrd="5" destOrd="0" presId="urn:microsoft.com/office/officeart/2005/8/layout/list1"/>
    <dgm:cxn modelId="{192F3E36-2A1F-42D6-966C-A80C3D0AC678}" type="presParOf" srcId="{DAF5A489-B749-42EB-96FA-CF59D26286F0}" destId="{6031F898-206E-47EE-84E0-4733FB4C9841}" srcOrd="6" destOrd="0" presId="urn:microsoft.com/office/officeart/2005/8/layout/list1"/>
    <dgm:cxn modelId="{D8194012-69CB-469E-A922-DB3C7B1B1977}" type="presParOf" srcId="{DAF5A489-B749-42EB-96FA-CF59D26286F0}" destId="{A78E8469-7251-48DF-B83C-9E021BB22439}" srcOrd="7" destOrd="0" presId="urn:microsoft.com/office/officeart/2005/8/layout/list1"/>
    <dgm:cxn modelId="{981001ED-05C9-4BC8-AA81-423CD8BF524D}" type="presParOf" srcId="{DAF5A489-B749-42EB-96FA-CF59D26286F0}" destId="{55C51CB9-2974-47E5-83A0-7A0B339DCED0}" srcOrd="8" destOrd="0" presId="urn:microsoft.com/office/officeart/2005/8/layout/list1"/>
    <dgm:cxn modelId="{0C5AA705-C54A-4933-99F8-EE3B3387452E}" type="presParOf" srcId="{55C51CB9-2974-47E5-83A0-7A0B339DCED0}" destId="{DB8AA76E-219C-4E4B-A325-11216EC78B81}" srcOrd="0" destOrd="0" presId="urn:microsoft.com/office/officeart/2005/8/layout/list1"/>
    <dgm:cxn modelId="{DDD39FFF-1BED-4286-99E9-8639F439B680}" type="presParOf" srcId="{55C51CB9-2974-47E5-83A0-7A0B339DCED0}" destId="{74DF4401-10AD-479C-A51E-31BBD62B3080}" srcOrd="1" destOrd="0" presId="urn:microsoft.com/office/officeart/2005/8/layout/list1"/>
    <dgm:cxn modelId="{762723E8-F07C-4790-A0F2-4DDC4931994F}" type="presParOf" srcId="{DAF5A489-B749-42EB-96FA-CF59D26286F0}" destId="{42EAF757-7A20-4C9D-92F6-FB523F3BE235}" srcOrd="9" destOrd="0" presId="urn:microsoft.com/office/officeart/2005/8/layout/list1"/>
    <dgm:cxn modelId="{D6F30F5B-A8C0-48F7-87E3-943051E229F4}" type="presParOf" srcId="{DAF5A489-B749-42EB-96FA-CF59D26286F0}" destId="{E60BF90B-6CB8-47B4-8857-565F5EC5E34C}" srcOrd="10" destOrd="0" presId="urn:microsoft.com/office/officeart/2005/8/layout/list1"/>
    <dgm:cxn modelId="{B291E3A3-C50D-4644-B280-0E71E55E30BB}" type="presParOf" srcId="{DAF5A489-B749-42EB-96FA-CF59D26286F0}" destId="{D36F5850-A490-43AB-BCEB-9271DE96D9F8}" srcOrd="11" destOrd="0" presId="urn:microsoft.com/office/officeart/2005/8/layout/list1"/>
    <dgm:cxn modelId="{15545CA6-1269-4F16-AED5-CF0BBCC8D2F5}" type="presParOf" srcId="{DAF5A489-B749-42EB-96FA-CF59D26286F0}" destId="{93E033CE-1360-4DDB-A9D4-771C96231A3A}" srcOrd="12" destOrd="0" presId="urn:microsoft.com/office/officeart/2005/8/layout/list1"/>
    <dgm:cxn modelId="{D12C2050-6F19-408C-A6DD-FA91DB6A60F6}" type="presParOf" srcId="{93E033CE-1360-4DDB-A9D4-771C96231A3A}" destId="{BACAE2B0-11DB-4EF7-9116-2A2CCF351B3C}" srcOrd="0" destOrd="0" presId="urn:microsoft.com/office/officeart/2005/8/layout/list1"/>
    <dgm:cxn modelId="{E41B6EF3-31F2-4149-ADBF-81B1C5775705}" type="presParOf" srcId="{93E033CE-1360-4DDB-A9D4-771C96231A3A}" destId="{EB3A8D58-0A8A-4763-8B35-1233E615C11D}" srcOrd="1" destOrd="0" presId="urn:microsoft.com/office/officeart/2005/8/layout/list1"/>
    <dgm:cxn modelId="{54C287B2-541F-4CEB-9A0A-2D204305A25E}" type="presParOf" srcId="{DAF5A489-B749-42EB-96FA-CF59D26286F0}" destId="{0354C8B3-FE80-49C3-BA84-16281BFDC9E9}" srcOrd="13" destOrd="0" presId="urn:microsoft.com/office/officeart/2005/8/layout/list1"/>
    <dgm:cxn modelId="{A11BB75F-A405-45A6-963F-56A0A8A74FA1}" type="presParOf" srcId="{DAF5A489-B749-42EB-96FA-CF59D26286F0}" destId="{53B91F08-9927-43DF-91E5-F141F26A267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B8BD50-5258-46D6-BB22-F1FD88ABFCEF}" type="doc">
      <dgm:prSet loTypeId="urn:microsoft.com/office/officeart/2005/8/layout/orgChart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6D1E3D65-407D-42AB-B82C-030A1822B39C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GB" sz="2100">
              <a:solidFill>
                <a:srgbClr val="1C1C32"/>
              </a:solidFill>
              <a:latin typeface="Calibri"/>
              <a:ea typeface="+mn-ea"/>
              <a:cs typeface="+mn-cs"/>
            </a:rPr>
            <a:t>Backend</a:t>
          </a:r>
        </a:p>
      </dgm:t>
    </dgm:pt>
    <dgm:pt modelId="{B5BD8798-34C1-4320-BAEC-AC0F14034960}" type="parTrans" cxnId="{B4C83681-3457-45AC-A1EB-2F9F6A91913E}">
      <dgm:prSet/>
      <dgm:spPr/>
      <dgm:t>
        <a:bodyPr/>
        <a:lstStyle/>
        <a:p>
          <a:endParaRPr lang="en-GB"/>
        </a:p>
      </dgm:t>
    </dgm:pt>
    <dgm:pt modelId="{CC182E79-ED86-4EAC-B0C9-10DA04318D85}" type="sibTrans" cxnId="{B4C83681-3457-45AC-A1EB-2F9F6A91913E}">
      <dgm:prSet/>
      <dgm:spPr/>
      <dgm:t>
        <a:bodyPr/>
        <a:lstStyle/>
        <a:p>
          <a:endParaRPr lang="en-GB"/>
        </a:p>
      </dgm:t>
    </dgm:pt>
    <dgm:pt modelId="{9D9476C1-708C-43DB-AF72-396BFE9408E4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GB" sz="2100">
              <a:solidFill>
                <a:srgbClr val="1C1C32"/>
              </a:solidFill>
              <a:latin typeface="Calibri"/>
              <a:ea typeface="+mn-ea"/>
              <a:cs typeface="+mn-cs"/>
            </a:rPr>
            <a:t>C#</a:t>
          </a:r>
        </a:p>
      </dgm:t>
    </dgm:pt>
    <dgm:pt modelId="{96244F17-29A5-47B3-A69B-BA5506A70473}" type="parTrans" cxnId="{4FA61A01-3F9D-4C36-86CD-43F7F58852CA}">
      <dgm:prSet/>
      <dgm:spPr/>
      <dgm:t>
        <a:bodyPr/>
        <a:lstStyle/>
        <a:p>
          <a:endParaRPr lang="en-GB"/>
        </a:p>
      </dgm:t>
    </dgm:pt>
    <dgm:pt modelId="{1142A857-CE57-4A87-A76C-2542BF6D9A62}" type="sibTrans" cxnId="{4FA61A01-3F9D-4C36-86CD-43F7F58852CA}">
      <dgm:prSet/>
      <dgm:spPr/>
      <dgm:t>
        <a:bodyPr/>
        <a:lstStyle/>
        <a:p>
          <a:endParaRPr lang="en-GB"/>
        </a:p>
      </dgm:t>
    </dgm:pt>
    <dgm:pt modelId="{29B01DEB-4D59-4C60-89D0-4E2DA62CF4EC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GB" sz="2100">
              <a:solidFill>
                <a:srgbClr val="1C1C32"/>
              </a:solidFill>
              <a:latin typeface="Calibri"/>
              <a:ea typeface="+mn-ea"/>
              <a:cs typeface="+mn-cs"/>
            </a:rPr>
            <a:t>ASP.NET</a:t>
          </a:r>
        </a:p>
      </dgm:t>
    </dgm:pt>
    <dgm:pt modelId="{39D2C7DF-4A3D-4D9D-B00E-D1934041AF7E}" type="parTrans" cxnId="{D33C7647-0778-4C1F-A22B-A891677429AD}">
      <dgm:prSet/>
      <dgm:spPr/>
      <dgm:t>
        <a:bodyPr/>
        <a:lstStyle/>
        <a:p>
          <a:endParaRPr lang="en-GB"/>
        </a:p>
      </dgm:t>
    </dgm:pt>
    <dgm:pt modelId="{7C67BA24-9E39-4B46-88FE-67CBC5B03603}" type="sibTrans" cxnId="{D33C7647-0778-4C1F-A22B-A891677429AD}">
      <dgm:prSet/>
      <dgm:spPr/>
      <dgm:t>
        <a:bodyPr/>
        <a:lstStyle/>
        <a:p>
          <a:endParaRPr lang="en-GB"/>
        </a:p>
      </dgm:t>
    </dgm:pt>
    <dgm:pt modelId="{BBC83F85-D2FA-4402-AC8D-CE662DB30079}" type="pres">
      <dgm:prSet presAssocID="{DDB8BD50-5258-46D6-BB22-F1FD88ABFCE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17E9DBE-C344-464F-8636-14E0AC86ABC8}" type="pres">
      <dgm:prSet presAssocID="{6D1E3D65-407D-42AB-B82C-030A1822B39C}" presName="hierRoot1" presStyleCnt="0">
        <dgm:presLayoutVars>
          <dgm:hierBranch val="init"/>
        </dgm:presLayoutVars>
      </dgm:prSet>
      <dgm:spPr/>
    </dgm:pt>
    <dgm:pt modelId="{484E9F6B-13A3-4357-9D8F-88B1C1F764F2}" type="pres">
      <dgm:prSet presAssocID="{6D1E3D65-407D-42AB-B82C-030A1822B39C}" presName="rootComposite1" presStyleCnt="0"/>
      <dgm:spPr/>
    </dgm:pt>
    <dgm:pt modelId="{8AC38B67-5C05-47B7-A18D-F9B007685A95}" type="pres">
      <dgm:prSet presAssocID="{6D1E3D65-407D-42AB-B82C-030A1822B39C}" presName="rootText1" presStyleLbl="node0" presStyleIdx="0" presStyleCnt="1">
        <dgm:presLayoutVars>
          <dgm:chPref val="3"/>
        </dgm:presLayoutVars>
      </dgm:prSet>
      <dgm:spPr/>
    </dgm:pt>
    <dgm:pt modelId="{149AF150-065D-4A9B-A6EC-9342AA83CBD8}" type="pres">
      <dgm:prSet presAssocID="{6D1E3D65-407D-42AB-B82C-030A1822B39C}" presName="rootConnector1" presStyleLbl="node1" presStyleIdx="0" presStyleCnt="0"/>
      <dgm:spPr/>
    </dgm:pt>
    <dgm:pt modelId="{F3091771-D872-4400-A150-AC0E08D34A6A}" type="pres">
      <dgm:prSet presAssocID="{6D1E3D65-407D-42AB-B82C-030A1822B39C}" presName="hierChild2" presStyleCnt="0"/>
      <dgm:spPr/>
    </dgm:pt>
    <dgm:pt modelId="{33088B32-7437-4CAF-9C35-201C3CFB6781}" type="pres">
      <dgm:prSet presAssocID="{96244F17-29A5-47B3-A69B-BA5506A70473}" presName="Name37" presStyleLbl="parChTrans1D2" presStyleIdx="0" presStyleCnt="2"/>
      <dgm:spPr/>
    </dgm:pt>
    <dgm:pt modelId="{C6862D14-2B40-438B-BDF9-1E8885A80AC8}" type="pres">
      <dgm:prSet presAssocID="{9D9476C1-708C-43DB-AF72-396BFE9408E4}" presName="hierRoot2" presStyleCnt="0">
        <dgm:presLayoutVars>
          <dgm:hierBranch val="init"/>
        </dgm:presLayoutVars>
      </dgm:prSet>
      <dgm:spPr/>
    </dgm:pt>
    <dgm:pt modelId="{342436F6-79F8-44ED-8A63-B5D2EA8D5B97}" type="pres">
      <dgm:prSet presAssocID="{9D9476C1-708C-43DB-AF72-396BFE9408E4}" presName="rootComposite" presStyleCnt="0"/>
      <dgm:spPr/>
    </dgm:pt>
    <dgm:pt modelId="{D0CA525E-C34D-4AC3-B6A4-53654092E66A}" type="pres">
      <dgm:prSet presAssocID="{9D9476C1-708C-43DB-AF72-396BFE9408E4}" presName="rootText" presStyleLbl="node2" presStyleIdx="0" presStyleCnt="2">
        <dgm:presLayoutVars>
          <dgm:chPref val="3"/>
        </dgm:presLayoutVars>
      </dgm:prSet>
      <dgm:spPr/>
    </dgm:pt>
    <dgm:pt modelId="{4F79F593-0573-443D-923E-DF1FA19EBBAF}" type="pres">
      <dgm:prSet presAssocID="{9D9476C1-708C-43DB-AF72-396BFE9408E4}" presName="rootConnector" presStyleLbl="node2" presStyleIdx="0" presStyleCnt="2"/>
      <dgm:spPr/>
    </dgm:pt>
    <dgm:pt modelId="{B66885E6-57F2-468F-98C2-F1BA87679CDA}" type="pres">
      <dgm:prSet presAssocID="{9D9476C1-708C-43DB-AF72-396BFE9408E4}" presName="hierChild4" presStyleCnt="0"/>
      <dgm:spPr/>
    </dgm:pt>
    <dgm:pt modelId="{1586C312-1BF2-4C0E-AE99-1B7A93DFEAE3}" type="pres">
      <dgm:prSet presAssocID="{9D9476C1-708C-43DB-AF72-396BFE9408E4}" presName="hierChild5" presStyleCnt="0"/>
      <dgm:spPr/>
    </dgm:pt>
    <dgm:pt modelId="{2B4E3F46-F77C-42BD-BE24-B9CD51FB1736}" type="pres">
      <dgm:prSet presAssocID="{39D2C7DF-4A3D-4D9D-B00E-D1934041AF7E}" presName="Name37" presStyleLbl="parChTrans1D2" presStyleIdx="1" presStyleCnt="2"/>
      <dgm:spPr/>
    </dgm:pt>
    <dgm:pt modelId="{21817ECB-646E-4340-B0F2-1C9F4C939C6B}" type="pres">
      <dgm:prSet presAssocID="{29B01DEB-4D59-4C60-89D0-4E2DA62CF4EC}" presName="hierRoot2" presStyleCnt="0">
        <dgm:presLayoutVars>
          <dgm:hierBranch val="init"/>
        </dgm:presLayoutVars>
      </dgm:prSet>
      <dgm:spPr/>
    </dgm:pt>
    <dgm:pt modelId="{94415917-B7F3-48C8-BA4B-5AABA453C34E}" type="pres">
      <dgm:prSet presAssocID="{29B01DEB-4D59-4C60-89D0-4E2DA62CF4EC}" presName="rootComposite" presStyleCnt="0"/>
      <dgm:spPr/>
    </dgm:pt>
    <dgm:pt modelId="{61C66A85-ADE8-414E-92E9-5E5027CA5121}" type="pres">
      <dgm:prSet presAssocID="{29B01DEB-4D59-4C60-89D0-4E2DA62CF4EC}" presName="rootText" presStyleLbl="node2" presStyleIdx="1" presStyleCnt="2">
        <dgm:presLayoutVars>
          <dgm:chPref val="3"/>
        </dgm:presLayoutVars>
      </dgm:prSet>
      <dgm:spPr/>
    </dgm:pt>
    <dgm:pt modelId="{79913C21-3A90-416C-AA5B-65993DA321AD}" type="pres">
      <dgm:prSet presAssocID="{29B01DEB-4D59-4C60-89D0-4E2DA62CF4EC}" presName="rootConnector" presStyleLbl="node2" presStyleIdx="1" presStyleCnt="2"/>
      <dgm:spPr/>
    </dgm:pt>
    <dgm:pt modelId="{4A1CAD33-C183-479A-A13A-F2FE65924C35}" type="pres">
      <dgm:prSet presAssocID="{29B01DEB-4D59-4C60-89D0-4E2DA62CF4EC}" presName="hierChild4" presStyleCnt="0"/>
      <dgm:spPr/>
    </dgm:pt>
    <dgm:pt modelId="{1AC7D589-1A2C-4429-90FF-9941867624E5}" type="pres">
      <dgm:prSet presAssocID="{29B01DEB-4D59-4C60-89D0-4E2DA62CF4EC}" presName="hierChild5" presStyleCnt="0"/>
      <dgm:spPr/>
    </dgm:pt>
    <dgm:pt modelId="{45190418-4232-4D75-8E9C-5FA08054C754}" type="pres">
      <dgm:prSet presAssocID="{6D1E3D65-407D-42AB-B82C-030A1822B39C}" presName="hierChild3" presStyleCnt="0"/>
      <dgm:spPr/>
    </dgm:pt>
  </dgm:ptLst>
  <dgm:cxnLst>
    <dgm:cxn modelId="{4FA61A01-3F9D-4C36-86CD-43F7F58852CA}" srcId="{6D1E3D65-407D-42AB-B82C-030A1822B39C}" destId="{9D9476C1-708C-43DB-AF72-396BFE9408E4}" srcOrd="0" destOrd="0" parTransId="{96244F17-29A5-47B3-A69B-BA5506A70473}" sibTransId="{1142A857-CE57-4A87-A76C-2542BF6D9A62}"/>
    <dgm:cxn modelId="{6FC0CE08-2452-4573-BB48-D59AFC932930}" type="presOf" srcId="{6D1E3D65-407D-42AB-B82C-030A1822B39C}" destId="{8AC38B67-5C05-47B7-A18D-F9B007685A95}" srcOrd="0" destOrd="0" presId="urn:microsoft.com/office/officeart/2005/8/layout/orgChart1"/>
    <dgm:cxn modelId="{2B106F1C-0257-449D-9D53-01905DF77092}" type="presOf" srcId="{DDB8BD50-5258-46D6-BB22-F1FD88ABFCEF}" destId="{BBC83F85-D2FA-4402-AC8D-CE662DB30079}" srcOrd="0" destOrd="0" presId="urn:microsoft.com/office/officeart/2005/8/layout/orgChart1"/>
    <dgm:cxn modelId="{82DF1E1D-AB43-45FA-AE9D-42C38657CC74}" type="presOf" srcId="{96244F17-29A5-47B3-A69B-BA5506A70473}" destId="{33088B32-7437-4CAF-9C35-201C3CFB6781}" srcOrd="0" destOrd="0" presId="urn:microsoft.com/office/officeart/2005/8/layout/orgChart1"/>
    <dgm:cxn modelId="{D33C7647-0778-4C1F-A22B-A891677429AD}" srcId="{6D1E3D65-407D-42AB-B82C-030A1822B39C}" destId="{29B01DEB-4D59-4C60-89D0-4E2DA62CF4EC}" srcOrd="1" destOrd="0" parTransId="{39D2C7DF-4A3D-4D9D-B00E-D1934041AF7E}" sibTransId="{7C67BA24-9E39-4B46-88FE-67CBC5B03603}"/>
    <dgm:cxn modelId="{3786A768-0FD4-4FD0-AA9C-E317C6EB3770}" type="presOf" srcId="{29B01DEB-4D59-4C60-89D0-4E2DA62CF4EC}" destId="{61C66A85-ADE8-414E-92E9-5E5027CA5121}" srcOrd="0" destOrd="0" presId="urn:microsoft.com/office/officeart/2005/8/layout/orgChart1"/>
    <dgm:cxn modelId="{8F166C58-F71A-4348-A6BF-3BFC4AB86101}" type="presOf" srcId="{9D9476C1-708C-43DB-AF72-396BFE9408E4}" destId="{4F79F593-0573-443D-923E-DF1FA19EBBAF}" srcOrd="1" destOrd="0" presId="urn:microsoft.com/office/officeart/2005/8/layout/orgChart1"/>
    <dgm:cxn modelId="{B4C83681-3457-45AC-A1EB-2F9F6A91913E}" srcId="{DDB8BD50-5258-46D6-BB22-F1FD88ABFCEF}" destId="{6D1E3D65-407D-42AB-B82C-030A1822B39C}" srcOrd="0" destOrd="0" parTransId="{B5BD8798-34C1-4320-BAEC-AC0F14034960}" sibTransId="{CC182E79-ED86-4EAC-B0C9-10DA04318D85}"/>
    <dgm:cxn modelId="{2E64D19E-864D-4FB1-B554-F767CDB30887}" type="presOf" srcId="{29B01DEB-4D59-4C60-89D0-4E2DA62CF4EC}" destId="{79913C21-3A90-416C-AA5B-65993DA321AD}" srcOrd="1" destOrd="0" presId="urn:microsoft.com/office/officeart/2005/8/layout/orgChart1"/>
    <dgm:cxn modelId="{FA7D71A2-D710-4994-9F7C-AADF45FBBFE5}" type="presOf" srcId="{39D2C7DF-4A3D-4D9D-B00E-D1934041AF7E}" destId="{2B4E3F46-F77C-42BD-BE24-B9CD51FB1736}" srcOrd="0" destOrd="0" presId="urn:microsoft.com/office/officeart/2005/8/layout/orgChart1"/>
    <dgm:cxn modelId="{8BD7A9AA-A6EB-4324-9F1D-BD2E20BEFC4E}" type="presOf" srcId="{6D1E3D65-407D-42AB-B82C-030A1822B39C}" destId="{149AF150-065D-4A9B-A6EC-9342AA83CBD8}" srcOrd="1" destOrd="0" presId="urn:microsoft.com/office/officeart/2005/8/layout/orgChart1"/>
    <dgm:cxn modelId="{64D318D6-7C2C-4EB1-B7F3-9B9B340087DC}" type="presOf" srcId="{9D9476C1-708C-43DB-AF72-396BFE9408E4}" destId="{D0CA525E-C34D-4AC3-B6A4-53654092E66A}" srcOrd="0" destOrd="0" presId="urn:microsoft.com/office/officeart/2005/8/layout/orgChart1"/>
    <dgm:cxn modelId="{D673FED8-A0D2-48D9-AD3B-A3A8553959D3}" type="presParOf" srcId="{BBC83F85-D2FA-4402-AC8D-CE662DB30079}" destId="{D17E9DBE-C344-464F-8636-14E0AC86ABC8}" srcOrd="0" destOrd="0" presId="urn:microsoft.com/office/officeart/2005/8/layout/orgChart1"/>
    <dgm:cxn modelId="{FD401061-BA8A-4F61-B34C-7E8612F47CF5}" type="presParOf" srcId="{D17E9DBE-C344-464F-8636-14E0AC86ABC8}" destId="{484E9F6B-13A3-4357-9D8F-88B1C1F764F2}" srcOrd="0" destOrd="0" presId="urn:microsoft.com/office/officeart/2005/8/layout/orgChart1"/>
    <dgm:cxn modelId="{8085C5B9-EA31-4E29-8697-61B38854DD1C}" type="presParOf" srcId="{484E9F6B-13A3-4357-9D8F-88B1C1F764F2}" destId="{8AC38B67-5C05-47B7-A18D-F9B007685A95}" srcOrd="0" destOrd="0" presId="urn:microsoft.com/office/officeart/2005/8/layout/orgChart1"/>
    <dgm:cxn modelId="{E6AA7BDC-4F3A-4158-80B3-258D752ECB8A}" type="presParOf" srcId="{484E9F6B-13A3-4357-9D8F-88B1C1F764F2}" destId="{149AF150-065D-4A9B-A6EC-9342AA83CBD8}" srcOrd="1" destOrd="0" presId="urn:microsoft.com/office/officeart/2005/8/layout/orgChart1"/>
    <dgm:cxn modelId="{82506D7E-4EEB-43AD-A0F9-ACDFCAED7CD9}" type="presParOf" srcId="{D17E9DBE-C344-464F-8636-14E0AC86ABC8}" destId="{F3091771-D872-4400-A150-AC0E08D34A6A}" srcOrd="1" destOrd="0" presId="urn:microsoft.com/office/officeart/2005/8/layout/orgChart1"/>
    <dgm:cxn modelId="{4BCD2347-CF73-4010-A96C-13A1C03A6E36}" type="presParOf" srcId="{F3091771-D872-4400-A150-AC0E08D34A6A}" destId="{33088B32-7437-4CAF-9C35-201C3CFB6781}" srcOrd="0" destOrd="0" presId="urn:microsoft.com/office/officeart/2005/8/layout/orgChart1"/>
    <dgm:cxn modelId="{2BA78E1D-1AC2-4103-A914-731BC56A7C95}" type="presParOf" srcId="{F3091771-D872-4400-A150-AC0E08D34A6A}" destId="{C6862D14-2B40-438B-BDF9-1E8885A80AC8}" srcOrd="1" destOrd="0" presId="urn:microsoft.com/office/officeart/2005/8/layout/orgChart1"/>
    <dgm:cxn modelId="{78B3F62A-2922-4945-AD8A-DC2429912388}" type="presParOf" srcId="{C6862D14-2B40-438B-BDF9-1E8885A80AC8}" destId="{342436F6-79F8-44ED-8A63-B5D2EA8D5B97}" srcOrd="0" destOrd="0" presId="urn:microsoft.com/office/officeart/2005/8/layout/orgChart1"/>
    <dgm:cxn modelId="{0A846A16-8290-443F-B963-96D120E91984}" type="presParOf" srcId="{342436F6-79F8-44ED-8A63-B5D2EA8D5B97}" destId="{D0CA525E-C34D-4AC3-B6A4-53654092E66A}" srcOrd="0" destOrd="0" presId="urn:microsoft.com/office/officeart/2005/8/layout/orgChart1"/>
    <dgm:cxn modelId="{9996AE95-AB03-4A62-A4F7-32D42F7679EF}" type="presParOf" srcId="{342436F6-79F8-44ED-8A63-B5D2EA8D5B97}" destId="{4F79F593-0573-443D-923E-DF1FA19EBBAF}" srcOrd="1" destOrd="0" presId="urn:microsoft.com/office/officeart/2005/8/layout/orgChart1"/>
    <dgm:cxn modelId="{F9CD4E9D-2581-4245-B315-08B9D9B5383A}" type="presParOf" srcId="{C6862D14-2B40-438B-BDF9-1E8885A80AC8}" destId="{B66885E6-57F2-468F-98C2-F1BA87679CDA}" srcOrd="1" destOrd="0" presId="urn:microsoft.com/office/officeart/2005/8/layout/orgChart1"/>
    <dgm:cxn modelId="{0723B2D7-87A9-44B5-A7FB-06C2DD4F4744}" type="presParOf" srcId="{C6862D14-2B40-438B-BDF9-1E8885A80AC8}" destId="{1586C312-1BF2-4C0E-AE99-1B7A93DFEAE3}" srcOrd="2" destOrd="0" presId="urn:microsoft.com/office/officeart/2005/8/layout/orgChart1"/>
    <dgm:cxn modelId="{8E9626B0-28B8-4F48-8EC9-A50950A47B9C}" type="presParOf" srcId="{F3091771-D872-4400-A150-AC0E08D34A6A}" destId="{2B4E3F46-F77C-42BD-BE24-B9CD51FB1736}" srcOrd="2" destOrd="0" presId="urn:microsoft.com/office/officeart/2005/8/layout/orgChart1"/>
    <dgm:cxn modelId="{663966CF-5B6B-4BDB-93EA-F35381F23BE8}" type="presParOf" srcId="{F3091771-D872-4400-A150-AC0E08D34A6A}" destId="{21817ECB-646E-4340-B0F2-1C9F4C939C6B}" srcOrd="3" destOrd="0" presId="urn:microsoft.com/office/officeart/2005/8/layout/orgChart1"/>
    <dgm:cxn modelId="{22E8E2DE-1B19-497B-91AB-34BAE2F940F9}" type="presParOf" srcId="{21817ECB-646E-4340-B0F2-1C9F4C939C6B}" destId="{94415917-B7F3-48C8-BA4B-5AABA453C34E}" srcOrd="0" destOrd="0" presId="urn:microsoft.com/office/officeart/2005/8/layout/orgChart1"/>
    <dgm:cxn modelId="{D117C1E7-1242-4F0E-8201-DDCB78103041}" type="presParOf" srcId="{94415917-B7F3-48C8-BA4B-5AABA453C34E}" destId="{61C66A85-ADE8-414E-92E9-5E5027CA5121}" srcOrd="0" destOrd="0" presId="urn:microsoft.com/office/officeart/2005/8/layout/orgChart1"/>
    <dgm:cxn modelId="{D8B68FF2-7116-4F4B-B299-37CBEF58E63B}" type="presParOf" srcId="{94415917-B7F3-48C8-BA4B-5AABA453C34E}" destId="{79913C21-3A90-416C-AA5B-65993DA321AD}" srcOrd="1" destOrd="0" presId="urn:microsoft.com/office/officeart/2005/8/layout/orgChart1"/>
    <dgm:cxn modelId="{62EF1574-1A9C-4B9F-B0D9-7745DEA60954}" type="presParOf" srcId="{21817ECB-646E-4340-B0F2-1C9F4C939C6B}" destId="{4A1CAD33-C183-479A-A13A-F2FE65924C35}" srcOrd="1" destOrd="0" presId="urn:microsoft.com/office/officeart/2005/8/layout/orgChart1"/>
    <dgm:cxn modelId="{5DCD0F84-8746-461D-AA5D-77DCA0D8C096}" type="presParOf" srcId="{21817ECB-646E-4340-B0F2-1C9F4C939C6B}" destId="{1AC7D589-1A2C-4429-90FF-9941867624E5}" srcOrd="2" destOrd="0" presId="urn:microsoft.com/office/officeart/2005/8/layout/orgChart1"/>
    <dgm:cxn modelId="{60CEFCA2-4BCF-4BFF-83B4-CAA2CEBB7531}" type="presParOf" srcId="{D17E9DBE-C344-464F-8636-14E0AC86ABC8}" destId="{45190418-4232-4D75-8E9C-5FA08054C75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B8BD50-5258-46D6-BB22-F1FD88ABFCE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6D1E3D65-407D-42AB-B82C-030A1822B39C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2100">
              <a:latin typeface="Calibri"/>
              <a:ea typeface="+mn-ea"/>
              <a:cs typeface="+mn-cs"/>
            </a:rPr>
            <a:t>Baze </a:t>
          </a:r>
          <a:r>
            <a:rPr lang="en-GB" sz="2100" err="1">
              <a:latin typeface="Calibri"/>
              <a:ea typeface="+mn-ea"/>
              <a:cs typeface="+mn-cs"/>
            </a:rPr>
            <a:t>podataka</a:t>
          </a:r>
          <a:endParaRPr lang="en-GB" sz="2100">
            <a:latin typeface="Calibri"/>
            <a:ea typeface="+mn-ea"/>
            <a:cs typeface="+mn-cs"/>
          </a:endParaRPr>
        </a:p>
      </dgm:t>
    </dgm:pt>
    <dgm:pt modelId="{B5BD8798-34C1-4320-BAEC-AC0F14034960}" type="parTrans" cxnId="{B4C83681-3457-45AC-A1EB-2F9F6A91913E}">
      <dgm:prSet/>
      <dgm:spPr/>
      <dgm:t>
        <a:bodyPr/>
        <a:lstStyle/>
        <a:p>
          <a:endParaRPr lang="en-GB"/>
        </a:p>
      </dgm:t>
    </dgm:pt>
    <dgm:pt modelId="{CC182E79-ED86-4EAC-B0C9-10DA04318D85}" type="sibTrans" cxnId="{B4C83681-3457-45AC-A1EB-2F9F6A91913E}">
      <dgm:prSet/>
      <dgm:spPr/>
      <dgm:t>
        <a:bodyPr/>
        <a:lstStyle/>
        <a:p>
          <a:endParaRPr lang="en-GB"/>
        </a:p>
      </dgm:t>
    </dgm:pt>
    <dgm:pt modelId="{9D9476C1-708C-43DB-AF72-396BFE9408E4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2100">
              <a:latin typeface="Calibri"/>
              <a:ea typeface="+mn-ea"/>
              <a:cs typeface="+mn-cs"/>
            </a:rPr>
            <a:t> </a:t>
          </a:r>
          <a:r>
            <a:rPr lang="en-GB" sz="2100" err="1">
              <a:latin typeface="Calibri"/>
              <a:ea typeface="+mn-ea"/>
              <a:cs typeface="+mn-cs"/>
            </a:rPr>
            <a:t>Postgre</a:t>
          </a:r>
          <a:r>
            <a:rPr lang="en-GB" sz="2100">
              <a:latin typeface="Calibri"/>
              <a:ea typeface="+mn-ea"/>
              <a:cs typeface="+mn-cs"/>
            </a:rPr>
            <a:t> SQL</a:t>
          </a:r>
        </a:p>
      </dgm:t>
    </dgm:pt>
    <dgm:pt modelId="{96244F17-29A5-47B3-A69B-BA5506A70473}" type="parTrans" cxnId="{4FA61A01-3F9D-4C36-86CD-43F7F58852CA}">
      <dgm:prSet/>
      <dgm:spPr/>
      <dgm:t>
        <a:bodyPr/>
        <a:lstStyle/>
        <a:p>
          <a:endParaRPr lang="en-GB"/>
        </a:p>
      </dgm:t>
    </dgm:pt>
    <dgm:pt modelId="{1142A857-CE57-4A87-A76C-2542BF6D9A62}" type="sibTrans" cxnId="{4FA61A01-3F9D-4C36-86CD-43F7F58852CA}">
      <dgm:prSet/>
      <dgm:spPr/>
      <dgm:t>
        <a:bodyPr/>
        <a:lstStyle/>
        <a:p>
          <a:endParaRPr lang="en-GB"/>
        </a:p>
      </dgm:t>
    </dgm:pt>
    <dgm:pt modelId="{BBC83F85-D2FA-4402-AC8D-CE662DB30079}" type="pres">
      <dgm:prSet presAssocID="{DDB8BD50-5258-46D6-BB22-F1FD88ABFCE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17E9DBE-C344-464F-8636-14E0AC86ABC8}" type="pres">
      <dgm:prSet presAssocID="{6D1E3D65-407D-42AB-B82C-030A1822B39C}" presName="hierRoot1" presStyleCnt="0">
        <dgm:presLayoutVars>
          <dgm:hierBranch val="init"/>
        </dgm:presLayoutVars>
      </dgm:prSet>
      <dgm:spPr/>
    </dgm:pt>
    <dgm:pt modelId="{484E9F6B-13A3-4357-9D8F-88B1C1F764F2}" type="pres">
      <dgm:prSet presAssocID="{6D1E3D65-407D-42AB-B82C-030A1822B39C}" presName="rootComposite1" presStyleCnt="0"/>
      <dgm:spPr/>
    </dgm:pt>
    <dgm:pt modelId="{8AC38B67-5C05-47B7-A18D-F9B007685A95}" type="pres">
      <dgm:prSet presAssocID="{6D1E3D65-407D-42AB-B82C-030A1822B39C}" presName="rootText1" presStyleLbl="node0" presStyleIdx="0" presStyleCnt="1">
        <dgm:presLayoutVars>
          <dgm:chPref val="3"/>
        </dgm:presLayoutVars>
      </dgm:prSet>
      <dgm:spPr/>
    </dgm:pt>
    <dgm:pt modelId="{149AF150-065D-4A9B-A6EC-9342AA83CBD8}" type="pres">
      <dgm:prSet presAssocID="{6D1E3D65-407D-42AB-B82C-030A1822B39C}" presName="rootConnector1" presStyleLbl="node1" presStyleIdx="0" presStyleCnt="0"/>
      <dgm:spPr/>
    </dgm:pt>
    <dgm:pt modelId="{F3091771-D872-4400-A150-AC0E08D34A6A}" type="pres">
      <dgm:prSet presAssocID="{6D1E3D65-407D-42AB-B82C-030A1822B39C}" presName="hierChild2" presStyleCnt="0"/>
      <dgm:spPr/>
    </dgm:pt>
    <dgm:pt modelId="{33088B32-7437-4CAF-9C35-201C3CFB6781}" type="pres">
      <dgm:prSet presAssocID="{96244F17-29A5-47B3-A69B-BA5506A70473}" presName="Name37" presStyleLbl="parChTrans1D2" presStyleIdx="0" presStyleCnt="1"/>
      <dgm:spPr/>
    </dgm:pt>
    <dgm:pt modelId="{C6862D14-2B40-438B-BDF9-1E8885A80AC8}" type="pres">
      <dgm:prSet presAssocID="{9D9476C1-708C-43DB-AF72-396BFE9408E4}" presName="hierRoot2" presStyleCnt="0">
        <dgm:presLayoutVars>
          <dgm:hierBranch val="init"/>
        </dgm:presLayoutVars>
      </dgm:prSet>
      <dgm:spPr/>
    </dgm:pt>
    <dgm:pt modelId="{342436F6-79F8-44ED-8A63-B5D2EA8D5B97}" type="pres">
      <dgm:prSet presAssocID="{9D9476C1-708C-43DB-AF72-396BFE9408E4}" presName="rootComposite" presStyleCnt="0"/>
      <dgm:spPr/>
    </dgm:pt>
    <dgm:pt modelId="{D0CA525E-C34D-4AC3-B6A4-53654092E66A}" type="pres">
      <dgm:prSet presAssocID="{9D9476C1-708C-43DB-AF72-396BFE9408E4}" presName="rootText" presStyleLbl="node2" presStyleIdx="0" presStyleCnt="1">
        <dgm:presLayoutVars>
          <dgm:chPref val="3"/>
        </dgm:presLayoutVars>
      </dgm:prSet>
      <dgm:spPr/>
    </dgm:pt>
    <dgm:pt modelId="{4F79F593-0573-443D-923E-DF1FA19EBBAF}" type="pres">
      <dgm:prSet presAssocID="{9D9476C1-708C-43DB-AF72-396BFE9408E4}" presName="rootConnector" presStyleLbl="node2" presStyleIdx="0" presStyleCnt="1"/>
      <dgm:spPr/>
    </dgm:pt>
    <dgm:pt modelId="{B66885E6-57F2-468F-98C2-F1BA87679CDA}" type="pres">
      <dgm:prSet presAssocID="{9D9476C1-708C-43DB-AF72-396BFE9408E4}" presName="hierChild4" presStyleCnt="0"/>
      <dgm:spPr/>
    </dgm:pt>
    <dgm:pt modelId="{1586C312-1BF2-4C0E-AE99-1B7A93DFEAE3}" type="pres">
      <dgm:prSet presAssocID="{9D9476C1-708C-43DB-AF72-396BFE9408E4}" presName="hierChild5" presStyleCnt="0"/>
      <dgm:spPr/>
    </dgm:pt>
    <dgm:pt modelId="{45190418-4232-4D75-8E9C-5FA08054C754}" type="pres">
      <dgm:prSet presAssocID="{6D1E3D65-407D-42AB-B82C-030A1822B39C}" presName="hierChild3" presStyleCnt="0"/>
      <dgm:spPr/>
    </dgm:pt>
  </dgm:ptLst>
  <dgm:cxnLst>
    <dgm:cxn modelId="{4FA61A01-3F9D-4C36-86CD-43F7F58852CA}" srcId="{6D1E3D65-407D-42AB-B82C-030A1822B39C}" destId="{9D9476C1-708C-43DB-AF72-396BFE9408E4}" srcOrd="0" destOrd="0" parTransId="{96244F17-29A5-47B3-A69B-BA5506A70473}" sibTransId="{1142A857-CE57-4A87-A76C-2542BF6D9A62}"/>
    <dgm:cxn modelId="{2B106F1C-0257-449D-9D53-01905DF77092}" type="presOf" srcId="{DDB8BD50-5258-46D6-BB22-F1FD88ABFCEF}" destId="{BBC83F85-D2FA-4402-AC8D-CE662DB30079}" srcOrd="0" destOrd="0" presId="urn:microsoft.com/office/officeart/2005/8/layout/orgChart1"/>
    <dgm:cxn modelId="{E361A837-607C-4F62-A835-3A8A527BFC9C}" type="presOf" srcId="{96244F17-29A5-47B3-A69B-BA5506A70473}" destId="{33088B32-7437-4CAF-9C35-201C3CFB6781}" srcOrd="0" destOrd="0" presId="urn:microsoft.com/office/officeart/2005/8/layout/orgChart1"/>
    <dgm:cxn modelId="{B4C83681-3457-45AC-A1EB-2F9F6A91913E}" srcId="{DDB8BD50-5258-46D6-BB22-F1FD88ABFCEF}" destId="{6D1E3D65-407D-42AB-B82C-030A1822B39C}" srcOrd="0" destOrd="0" parTransId="{B5BD8798-34C1-4320-BAEC-AC0F14034960}" sibTransId="{CC182E79-ED86-4EAC-B0C9-10DA04318D85}"/>
    <dgm:cxn modelId="{E1DC078A-F27D-4326-903F-DBEE5FAACB4F}" type="presOf" srcId="{6D1E3D65-407D-42AB-B82C-030A1822B39C}" destId="{8AC38B67-5C05-47B7-A18D-F9B007685A95}" srcOrd="0" destOrd="0" presId="urn:microsoft.com/office/officeart/2005/8/layout/orgChart1"/>
    <dgm:cxn modelId="{54B74FB4-313D-4A0B-8170-A3ABFA9C1097}" type="presOf" srcId="{6D1E3D65-407D-42AB-B82C-030A1822B39C}" destId="{149AF150-065D-4A9B-A6EC-9342AA83CBD8}" srcOrd="1" destOrd="0" presId="urn:microsoft.com/office/officeart/2005/8/layout/orgChart1"/>
    <dgm:cxn modelId="{250BCEBC-A1A9-4525-BF3F-B15D92D32E1E}" type="presOf" srcId="{9D9476C1-708C-43DB-AF72-396BFE9408E4}" destId="{4F79F593-0573-443D-923E-DF1FA19EBBAF}" srcOrd="1" destOrd="0" presId="urn:microsoft.com/office/officeart/2005/8/layout/orgChart1"/>
    <dgm:cxn modelId="{4EFD64EF-1BB7-4141-B22D-CBA4439F0D17}" type="presOf" srcId="{9D9476C1-708C-43DB-AF72-396BFE9408E4}" destId="{D0CA525E-C34D-4AC3-B6A4-53654092E66A}" srcOrd="0" destOrd="0" presId="urn:microsoft.com/office/officeart/2005/8/layout/orgChart1"/>
    <dgm:cxn modelId="{9C0D6A13-60A8-4408-AC65-65D12FD235E7}" type="presParOf" srcId="{BBC83F85-D2FA-4402-AC8D-CE662DB30079}" destId="{D17E9DBE-C344-464F-8636-14E0AC86ABC8}" srcOrd="0" destOrd="0" presId="urn:microsoft.com/office/officeart/2005/8/layout/orgChart1"/>
    <dgm:cxn modelId="{9E79DDEE-7DE7-4FC9-AD2B-E26E18B828E7}" type="presParOf" srcId="{D17E9DBE-C344-464F-8636-14E0AC86ABC8}" destId="{484E9F6B-13A3-4357-9D8F-88B1C1F764F2}" srcOrd="0" destOrd="0" presId="urn:microsoft.com/office/officeart/2005/8/layout/orgChart1"/>
    <dgm:cxn modelId="{92928936-D486-42B9-BF0D-325119A57495}" type="presParOf" srcId="{484E9F6B-13A3-4357-9D8F-88B1C1F764F2}" destId="{8AC38B67-5C05-47B7-A18D-F9B007685A95}" srcOrd="0" destOrd="0" presId="urn:microsoft.com/office/officeart/2005/8/layout/orgChart1"/>
    <dgm:cxn modelId="{49DE9360-E493-424C-85F1-4A8C8A77B74A}" type="presParOf" srcId="{484E9F6B-13A3-4357-9D8F-88B1C1F764F2}" destId="{149AF150-065D-4A9B-A6EC-9342AA83CBD8}" srcOrd="1" destOrd="0" presId="urn:microsoft.com/office/officeart/2005/8/layout/orgChart1"/>
    <dgm:cxn modelId="{CC3743EE-1153-47E6-A8C1-FAFF30E5555F}" type="presParOf" srcId="{D17E9DBE-C344-464F-8636-14E0AC86ABC8}" destId="{F3091771-D872-4400-A150-AC0E08D34A6A}" srcOrd="1" destOrd="0" presId="urn:microsoft.com/office/officeart/2005/8/layout/orgChart1"/>
    <dgm:cxn modelId="{9F8DCE31-602E-4A93-BFE2-EA2218480E28}" type="presParOf" srcId="{F3091771-D872-4400-A150-AC0E08D34A6A}" destId="{33088B32-7437-4CAF-9C35-201C3CFB6781}" srcOrd="0" destOrd="0" presId="urn:microsoft.com/office/officeart/2005/8/layout/orgChart1"/>
    <dgm:cxn modelId="{1E0D910D-2035-4FB5-88E0-AEEA71DB00A3}" type="presParOf" srcId="{F3091771-D872-4400-A150-AC0E08D34A6A}" destId="{C6862D14-2B40-438B-BDF9-1E8885A80AC8}" srcOrd="1" destOrd="0" presId="urn:microsoft.com/office/officeart/2005/8/layout/orgChart1"/>
    <dgm:cxn modelId="{DE81D15B-A58F-454E-80F9-4B8CB3BA5037}" type="presParOf" srcId="{C6862D14-2B40-438B-BDF9-1E8885A80AC8}" destId="{342436F6-79F8-44ED-8A63-B5D2EA8D5B97}" srcOrd="0" destOrd="0" presId="urn:microsoft.com/office/officeart/2005/8/layout/orgChart1"/>
    <dgm:cxn modelId="{BE83AF08-97EF-47D4-A299-C47AF4423AD3}" type="presParOf" srcId="{342436F6-79F8-44ED-8A63-B5D2EA8D5B97}" destId="{D0CA525E-C34D-4AC3-B6A4-53654092E66A}" srcOrd="0" destOrd="0" presId="urn:microsoft.com/office/officeart/2005/8/layout/orgChart1"/>
    <dgm:cxn modelId="{D26C2B24-926F-4941-AA22-393503B437F7}" type="presParOf" srcId="{342436F6-79F8-44ED-8A63-B5D2EA8D5B97}" destId="{4F79F593-0573-443D-923E-DF1FA19EBBAF}" srcOrd="1" destOrd="0" presId="urn:microsoft.com/office/officeart/2005/8/layout/orgChart1"/>
    <dgm:cxn modelId="{7D0F6773-DD39-4B64-BC05-648AF1089C7E}" type="presParOf" srcId="{C6862D14-2B40-438B-BDF9-1E8885A80AC8}" destId="{B66885E6-57F2-468F-98C2-F1BA87679CDA}" srcOrd="1" destOrd="0" presId="urn:microsoft.com/office/officeart/2005/8/layout/orgChart1"/>
    <dgm:cxn modelId="{319AA147-0252-44B7-8294-3B17A641B5A5}" type="presParOf" srcId="{C6862D14-2B40-438B-BDF9-1E8885A80AC8}" destId="{1586C312-1BF2-4C0E-AE99-1B7A93DFEAE3}" srcOrd="2" destOrd="0" presId="urn:microsoft.com/office/officeart/2005/8/layout/orgChart1"/>
    <dgm:cxn modelId="{95CB95E0-7D3E-4934-AC64-89889D214050}" type="presParOf" srcId="{D17E9DBE-C344-464F-8636-14E0AC86ABC8}" destId="{45190418-4232-4D75-8E9C-5FA08054C75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B8BD50-5258-46D6-BB22-F1FD88ABFCE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6D1E3D65-407D-42AB-B82C-030A1822B39C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GB" sz="2100">
              <a:latin typeface="Calibri"/>
              <a:ea typeface="+mn-ea"/>
              <a:cs typeface="+mn-cs"/>
            </a:rPr>
            <a:t>Frontend</a:t>
          </a:r>
        </a:p>
      </dgm:t>
    </dgm:pt>
    <dgm:pt modelId="{B5BD8798-34C1-4320-BAEC-AC0F14034960}" type="parTrans" cxnId="{B4C83681-3457-45AC-A1EB-2F9F6A91913E}">
      <dgm:prSet/>
      <dgm:spPr/>
      <dgm:t>
        <a:bodyPr/>
        <a:lstStyle/>
        <a:p>
          <a:endParaRPr lang="en-GB"/>
        </a:p>
      </dgm:t>
    </dgm:pt>
    <dgm:pt modelId="{CC182E79-ED86-4EAC-B0C9-10DA04318D85}" type="sibTrans" cxnId="{B4C83681-3457-45AC-A1EB-2F9F6A91913E}">
      <dgm:prSet/>
      <dgm:spPr/>
      <dgm:t>
        <a:bodyPr/>
        <a:lstStyle/>
        <a:p>
          <a:endParaRPr lang="en-GB"/>
        </a:p>
      </dgm:t>
    </dgm:pt>
    <dgm:pt modelId="{9D9476C1-708C-43DB-AF72-396BFE9408E4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GB" sz="2100" err="1">
              <a:latin typeface="Calibri"/>
              <a:ea typeface="+mn-ea"/>
              <a:cs typeface="+mn-cs"/>
            </a:rPr>
            <a:t>Javascript</a:t>
          </a:r>
          <a:endParaRPr lang="en-GB" sz="2100">
            <a:latin typeface="Calibri"/>
            <a:ea typeface="+mn-ea"/>
            <a:cs typeface="+mn-cs"/>
          </a:endParaRPr>
        </a:p>
      </dgm:t>
    </dgm:pt>
    <dgm:pt modelId="{96244F17-29A5-47B3-A69B-BA5506A70473}" type="parTrans" cxnId="{4FA61A01-3F9D-4C36-86CD-43F7F58852CA}">
      <dgm:prSet/>
      <dgm:spPr/>
      <dgm:t>
        <a:bodyPr/>
        <a:lstStyle/>
        <a:p>
          <a:endParaRPr lang="en-GB"/>
        </a:p>
      </dgm:t>
    </dgm:pt>
    <dgm:pt modelId="{1142A857-CE57-4A87-A76C-2542BF6D9A62}" type="sibTrans" cxnId="{4FA61A01-3F9D-4C36-86CD-43F7F58852CA}">
      <dgm:prSet/>
      <dgm:spPr/>
      <dgm:t>
        <a:bodyPr/>
        <a:lstStyle/>
        <a:p>
          <a:endParaRPr lang="en-GB"/>
        </a:p>
      </dgm:t>
    </dgm:pt>
    <dgm:pt modelId="{29B01DEB-4D59-4C60-89D0-4E2DA62CF4EC}">
      <dgm:prSet phldrT="[Text]"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2100">
              <a:latin typeface="Calibri"/>
              <a:ea typeface="+mn-ea"/>
              <a:cs typeface="+mn-cs"/>
            </a:rPr>
            <a:t>React</a:t>
          </a:r>
        </a:p>
      </dgm:t>
    </dgm:pt>
    <dgm:pt modelId="{39D2C7DF-4A3D-4D9D-B00E-D1934041AF7E}" type="parTrans" cxnId="{D33C7647-0778-4C1F-A22B-A891677429AD}">
      <dgm:prSet/>
      <dgm:spPr/>
      <dgm:t>
        <a:bodyPr/>
        <a:lstStyle/>
        <a:p>
          <a:endParaRPr lang="en-GB"/>
        </a:p>
      </dgm:t>
    </dgm:pt>
    <dgm:pt modelId="{7C67BA24-9E39-4B46-88FE-67CBC5B03603}" type="sibTrans" cxnId="{D33C7647-0778-4C1F-A22B-A891677429AD}">
      <dgm:prSet/>
      <dgm:spPr/>
      <dgm:t>
        <a:bodyPr/>
        <a:lstStyle/>
        <a:p>
          <a:endParaRPr lang="en-GB"/>
        </a:p>
      </dgm:t>
    </dgm:pt>
    <dgm:pt modelId="{0D460538-4A2D-4074-8606-61F7CBFD0777}">
      <dgm:prSet phldr="0"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2100">
              <a:latin typeface="Calibri"/>
              <a:ea typeface="+mn-ea"/>
              <a:cs typeface="+mn-cs"/>
            </a:rPr>
            <a:t>Html, CSS</a:t>
          </a:r>
        </a:p>
      </dgm:t>
    </dgm:pt>
    <dgm:pt modelId="{B7D550B0-0B11-4B21-BB0A-17BC7173363C}" type="parTrans" cxnId="{0D56EA18-B556-48C5-BEB7-A2BFDA70E06E}">
      <dgm:prSet/>
      <dgm:spPr/>
    </dgm:pt>
    <dgm:pt modelId="{610882EA-E74D-4537-9189-2F7F1CF3E78E}" type="sibTrans" cxnId="{0D56EA18-B556-48C5-BEB7-A2BFDA70E06E}">
      <dgm:prSet/>
      <dgm:spPr/>
    </dgm:pt>
    <dgm:pt modelId="{BBC83F85-D2FA-4402-AC8D-CE662DB30079}" type="pres">
      <dgm:prSet presAssocID="{DDB8BD50-5258-46D6-BB22-F1FD88ABFCE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17E9DBE-C344-464F-8636-14E0AC86ABC8}" type="pres">
      <dgm:prSet presAssocID="{6D1E3D65-407D-42AB-B82C-030A1822B39C}" presName="hierRoot1" presStyleCnt="0">
        <dgm:presLayoutVars>
          <dgm:hierBranch val="init"/>
        </dgm:presLayoutVars>
      </dgm:prSet>
      <dgm:spPr/>
    </dgm:pt>
    <dgm:pt modelId="{484E9F6B-13A3-4357-9D8F-88B1C1F764F2}" type="pres">
      <dgm:prSet presAssocID="{6D1E3D65-407D-42AB-B82C-030A1822B39C}" presName="rootComposite1" presStyleCnt="0"/>
      <dgm:spPr/>
    </dgm:pt>
    <dgm:pt modelId="{8AC38B67-5C05-47B7-A18D-F9B007685A95}" type="pres">
      <dgm:prSet presAssocID="{6D1E3D65-407D-42AB-B82C-030A1822B39C}" presName="rootText1" presStyleLbl="node0" presStyleIdx="0" presStyleCnt="1">
        <dgm:presLayoutVars>
          <dgm:chPref val="3"/>
        </dgm:presLayoutVars>
      </dgm:prSet>
      <dgm:spPr/>
    </dgm:pt>
    <dgm:pt modelId="{149AF150-065D-4A9B-A6EC-9342AA83CBD8}" type="pres">
      <dgm:prSet presAssocID="{6D1E3D65-407D-42AB-B82C-030A1822B39C}" presName="rootConnector1" presStyleLbl="node1" presStyleIdx="0" presStyleCnt="0"/>
      <dgm:spPr/>
    </dgm:pt>
    <dgm:pt modelId="{F3091771-D872-4400-A150-AC0E08D34A6A}" type="pres">
      <dgm:prSet presAssocID="{6D1E3D65-407D-42AB-B82C-030A1822B39C}" presName="hierChild2" presStyleCnt="0"/>
      <dgm:spPr/>
    </dgm:pt>
    <dgm:pt modelId="{33088B32-7437-4CAF-9C35-201C3CFB6781}" type="pres">
      <dgm:prSet presAssocID="{96244F17-29A5-47B3-A69B-BA5506A70473}" presName="Name37" presStyleLbl="parChTrans1D2" presStyleIdx="0" presStyleCnt="3"/>
      <dgm:spPr/>
    </dgm:pt>
    <dgm:pt modelId="{C6862D14-2B40-438B-BDF9-1E8885A80AC8}" type="pres">
      <dgm:prSet presAssocID="{9D9476C1-708C-43DB-AF72-396BFE9408E4}" presName="hierRoot2" presStyleCnt="0">
        <dgm:presLayoutVars>
          <dgm:hierBranch val="init"/>
        </dgm:presLayoutVars>
      </dgm:prSet>
      <dgm:spPr/>
    </dgm:pt>
    <dgm:pt modelId="{342436F6-79F8-44ED-8A63-B5D2EA8D5B97}" type="pres">
      <dgm:prSet presAssocID="{9D9476C1-708C-43DB-AF72-396BFE9408E4}" presName="rootComposite" presStyleCnt="0"/>
      <dgm:spPr/>
    </dgm:pt>
    <dgm:pt modelId="{D0CA525E-C34D-4AC3-B6A4-53654092E66A}" type="pres">
      <dgm:prSet presAssocID="{9D9476C1-708C-43DB-AF72-396BFE9408E4}" presName="rootText" presStyleLbl="node2" presStyleIdx="0" presStyleCnt="3">
        <dgm:presLayoutVars>
          <dgm:chPref val="3"/>
        </dgm:presLayoutVars>
      </dgm:prSet>
      <dgm:spPr/>
    </dgm:pt>
    <dgm:pt modelId="{4F79F593-0573-443D-923E-DF1FA19EBBAF}" type="pres">
      <dgm:prSet presAssocID="{9D9476C1-708C-43DB-AF72-396BFE9408E4}" presName="rootConnector" presStyleLbl="node2" presStyleIdx="0" presStyleCnt="3"/>
      <dgm:spPr/>
    </dgm:pt>
    <dgm:pt modelId="{B66885E6-57F2-468F-98C2-F1BA87679CDA}" type="pres">
      <dgm:prSet presAssocID="{9D9476C1-708C-43DB-AF72-396BFE9408E4}" presName="hierChild4" presStyleCnt="0"/>
      <dgm:spPr/>
    </dgm:pt>
    <dgm:pt modelId="{1586C312-1BF2-4C0E-AE99-1B7A93DFEAE3}" type="pres">
      <dgm:prSet presAssocID="{9D9476C1-708C-43DB-AF72-396BFE9408E4}" presName="hierChild5" presStyleCnt="0"/>
      <dgm:spPr/>
    </dgm:pt>
    <dgm:pt modelId="{2B4E3F46-F77C-42BD-BE24-B9CD51FB1736}" type="pres">
      <dgm:prSet presAssocID="{39D2C7DF-4A3D-4D9D-B00E-D1934041AF7E}" presName="Name37" presStyleLbl="parChTrans1D2" presStyleIdx="1" presStyleCnt="3"/>
      <dgm:spPr/>
    </dgm:pt>
    <dgm:pt modelId="{21817ECB-646E-4340-B0F2-1C9F4C939C6B}" type="pres">
      <dgm:prSet presAssocID="{29B01DEB-4D59-4C60-89D0-4E2DA62CF4EC}" presName="hierRoot2" presStyleCnt="0">
        <dgm:presLayoutVars>
          <dgm:hierBranch val="init"/>
        </dgm:presLayoutVars>
      </dgm:prSet>
      <dgm:spPr/>
    </dgm:pt>
    <dgm:pt modelId="{94415917-B7F3-48C8-BA4B-5AABA453C34E}" type="pres">
      <dgm:prSet presAssocID="{29B01DEB-4D59-4C60-89D0-4E2DA62CF4EC}" presName="rootComposite" presStyleCnt="0"/>
      <dgm:spPr/>
    </dgm:pt>
    <dgm:pt modelId="{61C66A85-ADE8-414E-92E9-5E5027CA5121}" type="pres">
      <dgm:prSet presAssocID="{29B01DEB-4D59-4C60-89D0-4E2DA62CF4EC}" presName="rootText" presStyleLbl="node2" presStyleIdx="1" presStyleCnt="3">
        <dgm:presLayoutVars>
          <dgm:chPref val="3"/>
        </dgm:presLayoutVars>
      </dgm:prSet>
      <dgm:spPr/>
    </dgm:pt>
    <dgm:pt modelId="{79913C21-3A90-416C-AA5B-65993DA321AD}" type="pres">
      <dgm:prSet presAssocID="{29B01DEB-4D59-4C60-89D0-4E2DA62CF4EC}" presName="rootConnector" presStyleLbl="node2" presStyleIdx="1" presStyleCnt="3"/>
      <dgm:spPr/>
    </dgm:pt>
    <dgm:pt modelId="{4A1CAD33-C183-479A-A13A-F2FE65924C35}" type="pres">
      <dgm:prSet presAssocID="{29B01DEB-4D59-4C60-89D0-4E2DA62CF4EC}" presName="hierChild4" presStyleCnt="0"/>
      <dgm:spPr/>
    </dgm:pt>
    <dgm:pt modelId="{1AC7D589-1A2C-4429-90FF-9941867624E5}" type="pres">
      <dgm:prSet presAssocID="{29B01DEB-4D59-4C60-89D0-4E2DA62CF4EC}" presName="hierChild5" presStyleCnt="0"/>
      <dgm:spPr/>
    </dgm:pt>
    <dgm:pt modelId="{D1E324D4-8959-4470-9D82-144F1582FE66}" type="pres">
      <dgm:prSet presAssocID="{B7D550B0-0B11-4B21-BB0A-17BC7173363C}" presName="Name37" presStyleLbl="parChTrans1D2" presStyleIdx="2" presStyleCnt="3"/>
      <dgm:spPr/>
    </dgm:pt>
    <dgm:pt modelId="{690CAD88-29D8-4BBE-8C5C-5DDDB6BEEE8E}" type="pres">
      <dgm:prSet presAssocID="{0D460538-4A2D-4074-8606-61F7CBFD0777}" presName="hierRoot2" presStyleCnt="0">
        <dgm:presLayoutVars>
          <dgm:hierBranch val="init"/>
        </dgm:presLayoutVars>
      </dgm:prSet>
      <dgm:spPr/>
    </dgm:pt>
    <dgm:pt modelId="{BA93B173-C9AB-401D-AADC-CF73D7E61879}" type="pres">
      <dgm:prSet presAssocID="{0D460538-4A2D-4074-8606-61F7CBFD0777}" presName="rootComposite" presStyleCnt="0"/>
      <dgm:spPr/>
    </dgm:pt>
    <dgm:pt modelId="{4C1A5FB1-283E-4F39-97BC-DE12C1AA7281}" type="pres">
      <dgm:prSet presAssocID="{0D460538-4A2D-4074-8606-61F7CBFD0777}" presName="rootText" presStyleLbl="node2" presStyleIdx="2" presStyleCnt="3">
        <dgm:presLayoutVars>
          <dgm:chPref val="3"/>
        </dgm:presLayoutVars>
      </dgm:prSet>
      <dgm:spPr/>
    </dgm:pt>
    <dgm:pt modelId="{7832E0F3-C888-4ADA-A67C-44EC9BAE23A7}" type="pres">
      <dgm:prSet presAssocID="{0D460538-4A2D-4074-8606-61F7CBFD0777}" presName="rootConnector" presStyleLbl="node2" presStyleIdx="2" presStyleCnt="3"/>
      <dgm:spPr/>
    </dgm:pt>
    <dgm:pt modelId="{B7490CF4-16A0-4678-8F74-C770B8B14387}" type="pres">
      <dgm:prSet presAssocID="{0D460538-4A2D-4074-8606-61F7CBFD0777}" presName="hierChild4" presStyleCnt="0"/>
      <dgm:spPr/>
    </dgm:pt>
    <dgm:pt modelId="{5DF7D358-800E-450F-B175-9189DF92B297}" type="pres">
      <dgm:prSet presAssocID="{0D460538-4A2D-4074-8606-61F7CBFD0777}" presName="hierChild5" presStyleCnt="0"/>
      <dgm:spPr/>
    </dgm:pt>
    <dgm:pt modelId="{45190418-4232-4D75-8E9C-5FA08054C754}" type="pres">
      <dgm:prSet presAssocID="{6D1E3D65-407D-42AB-B82C-030A1822B39C}" presName="hierChild3" presStyleCnt="0"/>
      <dgm:spPr/>
    </dgm:pt>
  </dgm:ptLst>
  <dgm:cxnLst>
    <dgm:cxn modelId="{4FA61A01-3F9D-4C36-86CD-43F7F58852CA}" srcId="{6D1E3D65-407D-42AB-B82C-030A1822B39C}" destId="{9D9476C1-708C-43DB-AF72-396BFE9408E4}" srcOrd="0" destOrd="0" parTransId="{96244F17-29A5-47B3-A69B-BA5506A70473}" sibTransId="{1142A857-CE57-4A87-A76C-2542BF6D9A62}"/>
    <dgm:cxn modelId="{B631E501-3FD8-49AF-A1C4-B13461A2604F}" type="presOf" srcId="{96244F17-29A5-47B3-A69B-BA5506A70473}" destId="{33088B32-7437-4CAF-9C35-201C3CFB6781}" srcOrd="0" destOrd="0" presId="urn:microsoft.com/office/officeart/2005/8/layout/orgChart1"/>
    <dgm:cxn modelId="{0D56EA18-B556-48C5-BEB7-A2BFDA70E06E}" srcId="{6D1E3D65-407D-42AB-B82C-030A1822B39C}" destId="{0D460538-4A2D-4074-8606-61F7CBFD0777}" srcOrd="2" destOrd="0" parTransId="{B7D550B0-0B11-4B21-BB0A-17BC7173363C}" sibTransId="{610882EA-E74D-4537-9189-2F7F1CF3E78E}"/>
    <dgm:cxn modelId="{FE98E019-0453-43B5-A5AC-D21E97CFC3A3}" type="presOf" srcId="{29B01DEB-4D59-4C60-89D0-4E2DA62CF4EC}" destId="{79913C21-3A90-416C-AA5B-65993DA321AD}" srcOrd="1" destOrd="0" presId="urn:microsoft.com/office/officeart/2005/8/layout/orgChart1"/>
    <dgm:cxn modelId="{2B106F1C-0257-449D-9D53-01905DF77092}" type="presOf" srcId="{DDB8BD50-5258-46D6-BB22-F1FD88ABFCEF}" destId="{BBC83F85-D2FA-4402-AC8D-CE662DB30079}" srcOrd="0" destOrd="0" presId="urn:microsoft.com/office/officeart/2005/8/layout/orgChart1"/>
    <dgm:cxn modelId="{9BC3E72A-C3D3-4E1B-818D-8AD09C2669B7}" type="presOf" srcId="{29B01DEB-4D59-4C60-89D0-4E2DA62CF4EC}" destId="{61C66A85-ADE8-414E-92E9-5E5027CA5121}" srcOrd="0" destOrd="0" presId="urn:microsoft.com/office/officeart/2005/8/layout/orgChart1"/>
    <dgm:cxn modelId="{D33C7647-0778-4C1F-A22B-A891677429AD}" srcId="{6D1E3D65-407D-42AB-B82C-030A1822B39C}" destId="{29B01DEB-4D59-4C60-89D0-4E2DA62CF4EC}" srcOrd="1" destOrd="0" parTransId="{39D2C7DF-4A3D-4D9D-B00E-D1934041AF7E}" sibTransId="{7C67BA24-9E39-4B46-88FE-67CBC5B03603}"/>
    <dgm:cxn modelId="{4683624D-9BB6-4246-A2E1-F0C9E3629B46}" type="presOf" srcId="{0D460538-4A2D-4074-8606-61F7CBFD0777}" destId="{4C1A5FB1-283E-4F39-97BC-DE12C1AA7281}" srcOrd="0" destOrd="0" presId="urn:microsoft.com/office/officeart/2005/8/layout/orgChart1"/>
    <dgm:cxn modelId="{DA469C7F-FBFE-4574-9735-883C8B28429C}" type="presOf" srcId="{0D460538-4A2D-4074-8606-61F7CBFD0777}" destId="{7832E0F3-C888-4ADA-A67C-44EC9BAE23A7}" srcOrd="1" destOrd="0" presId="urn:microsoft.com/office/officeart/2005/8/layout/orgChart1"/>
    <dgm:cxn modelId="{45FDDD80-AE54-487D-8AC4-3ED98C370DB5}" type="presOf" srcId="{6D1E3D65-407D-42AB-B82C-030A1822B39C}" destId="{8AC38B67-5C05-47B7-A18D-F9B007685A95}" srcOrd="0" destOrd="0" presId="urn:microsoft.com/office/officeart/2005/8/layout/orgChart1"/>
    <dgm:cxn modelId="{B4C83681-3457-45AC-A1EB-2F9F6A91913E}" srcId="{DDB8BD50-5258-46D6-BB22-F1FD88ABFCEF}" destId="{6D1E3D65-407D-42AB-B82C-030A1822B39C}" srcOrd="0" destOrd="0" parTransId="{B5BD8798-34C1-4320-BAEC-AC0F14034960}" sibTransId="{CC182E79-ED86-4EAC-B0C9-10DA04318D85}"/>
    <dgm:cxn modelId="{A7068BAD-C79E-454F-9C75-7475BBA3BDD7}" type="presOf" srcId="{9D9476C1-708C-43DB-AF72-396BFE9408E4}" destId="{4F79F593-0573-443D-923E-DF1FA19EBBAF}" srcOrd="1" destOrd="0" presId="urn:microsoft.com/office/officeart/2005/8/layout/orgChart1"/>
    <dgm:cxn modelId="{B67E42AE-0D23-449C-A473-7A3D1684752E}" type="presOf" srcId="{9D9476C1-708C-43DB-AF72-396BFE9408E4}" destId="{D0CA525E-C34D-4AC3-B6A4-53654092E66A}" srcOrd="0" destOrd="0" presId="urn:microsoft.com/office/officeart/2005/8/layout/orgChart1"/>
    <dgm:cxn modelId="{FC859FC3-AB33-408B-A488-F40B0E3EC72A}" type="presOf" srcId="{6D1E3D65-407D-42AB-B82C-030A1822B39C}" destId="{149AF150-065D-4A9B-A6EC-9342AA83CBD8}" srcOrd="1" destOrd="0" presId="urn:microsoft.com/office/officeart/2005/8/layout/orgChart1"/>
    <dgm:cxn modelId="{15A645C8-5C12-491E-90B2-94FEACB21449}" type="presOf" srcId="{B7D550B0-0B11-4B21-BB0A-17BC7173363C}" destId="{D1E324D4-8959-4470-9D82-144F1582FE66}" srcOrd="0" destOrd="0" presId="urn:microsoft.com/office/officeart/2005/8/layout/orgChart1"/>
    <dgm:cxn modelId="{017323DE-D38C-4E12-A2C1-9E246C21CE4B}" type="presOf" srcId="{39D2C7DF-4A3D-4D9D-B00E-D1934041AF7E}" destId="{2B4E3F46-F77C-42BD-BE24-B9CD51FB1736}" srcOrd="0" destOrd="0" presId="urn:microsoft.com/office/officeart/2005/8/layout/orgChart1"/>
    <dgm:cxn modelId="{A30FDECE-9A68-4E2F-9EA1-746D9BE0DAAD}" type="presParOf" srcId="{BBC83F85-D2FA-4402-AC8D-CE662DB30079}" destId="{D17E9DBE-C344-464F-8636-14E0AC86ABC8}" srcOrd="0" destOrd="0" presId="urn:microsoft.com/office/officeart/2005/8/layout/orgChart1"/>
    <dgm:cxn modelId="{5F58060A-1E1D-4EDE-8622-9F88B42B347F}" type="presParOf" srcId="{D17E9DBE-C344-464F-8636-14E0AC86ABC8}" destId="{484E9F6B-13A3-4357-9D8F-88B1C1F764F2}" srcOrd="0" destOrd="0" presId="urn:microsoft.com/office/officeart/2005/8/layout/orgChart1"/>
    <dgm:cxn modelId="{D29F913A-6200-452B-8A96-C9930237A990}" type="presParOf" srcId="{484E9F6B-13A3-4357-9D8F-88B1C1F764F2}" destId="{8AC38B67-5C05-47B7-A18D-F9B007685A95}" srcOrd="0" destOrd="0" presId="urn:microsoft.com/office/officeart/2005/8/layout/orgChart1"/>
    <dgm:cxn modelId="{836DBC71-2BA6-4D85-BA99-D6E71F05DCBD}" type="presParOf" srcId="{484E9F6B-13A3-4357-9D8F-88B1C1F764F2}" destId="{149AF150-065D-4A9B-A6EC-9342AA83CBD8}" srcOrd="1" destOrd="0" presId="urn:microsoft.com/office/officeart/2005/8/layout/orgChart1"/>
    <dgm:cxn modelId="{84059271-9BB8-41B1-B896-AFE1E52304BC}" type="presParOf" srcId="{D17E9DBE-C344-464F-8636-14E0AC86ABC8}" destId="{F3091771-D872-4400-A150-AC0E08D34A6A}" srcOrd="1" destOrd="0" presId="urn:microsoft.com/office/officeart/2005/8/layout/orgChart1"/>
    <dgm:cxn modelId="{D260536E-773F-4E50-8FAC-0DA1359C6BBF}" type="presParOf" srcId="{F3091771-D872-4400-A150-AC0E08D34A6A}" destId="{33088B32-7437-4CAF-9C35-201C3CFB6781}" srcOrd="0" destOrd="0" presId="urn:microsoft.com/office/officeart/2005/8/layout/orgChart1"/>
    <dgm:cxn modelId="{A077B933-1B1D-4950-A1A7-F3A87D8DFA35}" type="presParOf" srcId="{F3091771-D872-4400-A150-AC0E08D34A6A}" destId="{C6862D14-2B40-438B-BDF9-1E8885A80AC8}" srcOrd="1" destOrd="0" presId="urn:microsoft.com/office/officeart/2005/8/layout/orgChart1"/>
    <dgm:cxn modelId="{7E63BE1D-D63C-4587-99F8-06240B081E59}" type="presParOf" srcId="{C6862D14-2B40-438B-BDF9-1E8885A80AC8}" destId="{342436F6-79F8-44ED-8A63-B5D2EA8D5B97}" srcOrd="0" destOrd="0" presId="urn:microsoft.com/office/officeart/2005/8/layout/orgChart1"/>
    <dgm:cxn modelId="{4066EC49-937C-4D05-9E0C-40820462224D}" type="presParOf" srcId="{342436F6-79F8-44ED-8A63-B5D2EA8D5B97}" destId="{D0CA525E-C34D-4AC3-B6A4-53654092E66A}" srcOrd="0" destOrd="0" presId="urn:microsoft.com/office/officeart/2005/8/layout/orgChart1"/>
    <dgm:cxn modelId="{61098871-01E5-4D6D-8555-A33FDC181FBA}" type="presParOf" srcId="{342436F6-79F8-44ED-8A63-B5D2EA8D5B97}" destId="{4F79F593-0573-443D-923E-DF1FA19EBBAF}" srcOrd="1" destOrd="0" presId="urn:microsoft.com/office/officeart/2005/8/layout/orgChart1"/>
    <dgm:cxn modelId="{DAA2681E-DAAD-4DC3-A35C-B21BE2441EB5}" type="presParOf" srcId="{C6862D14-2B40-438B-BDF9-1E8885A80AC8}" destId="{B66885E6-57F2-468F-98C2-F1BA87679CDA}" srcOrd="1" destOrd="0" presId="urn:microsoft.com/office/officeart/2005/8/layout/orgChart1"/>
    <dgm:cxn modelId="{3F8381E4-0A47-4FFA-8D1E-013BC2FE95C3}" type="presParOf" srcId="{C6862D14-2B40-438B-BDF9-1E8885A80AC8}" destId="{1586C312-1BF2-4C0E-AE99-1B7A93DFEAE3}" srcOrd="2" destOrd="0" presId="urn:microsoft.com/office/officeart/2005/8/layout/orgChart1"/>
    <dgm:cxn modelId="{A4FD848B-7F5B-4158-B58F-501C69787DD8}" type="presParOf" srcId="{F3091771-D872-4400-A150-AC0E08D34A6A}" destId="{2B4E3F46-F77C-42BD-BE24-B9CD51FB1736}" srcOrd="2" destOrd="0" presId="urn:microsoft.com/office/officeart/2005/8/layout/orgChart1"/>
    <dgm:cxn modelId="{2107CD08-F24F-468A-9EB8-2219CB5DDC57}" type="presParOf" srcId="{F3091771-D872-4400-A150-AC0E08D34A6A}" destId="{21817ECB-646E-4340-B0F2-1C9F4C939C6B}" srcOrd="3" destOrd="0" presId="urn:microsoft.com/office/officeart/2005/8/layout/orgChart1"/>
    <dgm:cxn modelId="{17CB4EC0-2861-4217-AACA-E95A3A3425F6}" type="presParOf" srcId="{21817ECB-646E-4340-B0F2-1C9F4C939C6B}" destId="{94415917-B7F3-48C8-BA4B-5AABA453C34E}" srcOrd="0" destOrd="0" presId="urn:microsoft.com/office/officeart/2005/8/layout/orgChart1"/>
    <dgm:cxn modelId="{2D679C54-F8EE-4AEB-A577-9FAF891C248A}" type="presParOf" srcId="{94415917-B7F3-48C8-BA4B-5AABA453C34E}" destId="{61C66A85-ADE8-414E-92E9-5E5027CA5121}" srcOrd="0" destOrd="0" presId="urn:microsoft.com/office/officeart/2005/8/layout/orgChart1"/>
    <dgm:cxn modelId="{F03C4E2B-8B6E-4299-9A08-3D8824CE3490}" type="presParOf" srcId="{94415917-B7F3-48C8-BA4B-5AABA453C34E}" destId="{79913C21-3A90-416C-AA5B-65993DA321AD}" srcOrd="1" destOrd="0" presId="urn:microsoft.com/office/officeart/2005/8/layout/orgChart1"/>
    <dgm:cxn modelId="{4171AAAA-991B-48BF-881B-AEA1DE70A163}" type="presParOf" srcId="{21817ECB-646E-4340-B0F2-1C9F4C939C6B}" destId="{4A1CAD33-C183-479A-A13A-F2FE65924C35}" srcOrd="1" destOrd="0" presId="urn:microsoft.com/office/officeart/2005/8/layout/orgChart1"/>
    <dgm:cxn modelId="{4F5A0F99-6161-4152-8DB3-4B77C4A11F29}" type="presParOf" srcId="{21817ECB-646E-4340-B0F2-1C9F4C939C6B}" destId="{1AC7D589-1A2C-4429-90FF-9941867624E5}" srcOrd="2" destOrd="0" presId="urn:microsoft.com/office/officeart/2005/8/layout/orgChart1"/>
    <dgm:cxn modelId="{A3B33EAD-6256-4A84-98D2-B56023919F47}" type="presParOf" srcId="{F3091771-D872-4400-A150-AC0E08D34A6A}" destId="{D1E324D4-8959-4470-9D82-144F1582FE66}" srcOrd="4" destOrd="0" presId="urn:microsoft.com/office/officeart/2005/8/layout/orgChart1"/>
    <dgm:cxn modelId="{092A19A5-B59F-4201-9EFE-EE60C0398B8D}" type="presParOf" srcId="{F3091771-D872-4400-A150-AC0E08D34A6A}" destId="{690CAD88-29D8-4BBE-8C5C-5DDDB6BEEE8E}" srcOrd="5" destOrd="0" presId="urn:microsoft.com/office/officeart/2005/8/layout/orgChart1"/>
    <dgm:cxn modelId="{4E99BBEA-14EB-4E52-88D5-2882BE877BFA}" type="presParOf" srcId="{690CAD88-29D8-4BBE-8C5C-5DDDB6BEEE8E}" destId="{BA93B173-C9AB-401D-AADC-CF73D7E61879}" srcOrd="0" destOrd="0" presId="urn:microsoft.com/office/officeart/2005/8/layout/orgChart1"/>
    <dgm:cxn modelId="{6C5BDD9E-38B7-45E4-AD15-351E1697C8AC}" type="presParOf" srcId="{BA93B173-C9AB-401D-AADC-CF73D7E61879}" destId="{4C1A5FB1-283E-4F39-97BC-DE12C1AA7281}" srcOrd="0" destOrd="0" presId="urn:microsoft.com/office/officeart/2005/8/layout/orgChart1"/>
    <dgm:cxn modelId="{216A353A-D584-469E-A5D6-B7FF895B9EBF}" type="presParOf" srcId="{BA93B173-C9AB-401D-AADC-CF73D7E61879}" destId="{7832E0F3-C888-4ADA-A67C-44EC9BAE23A7}" srcOrd="1" destOrd="0" presId="urn:microsoft.com/office/officeart/2005/8/layout/orgChart1"/>
    <dgm:cxn modelId="{D4204F62-D97B-48D5-85AB-8DF5770C4F5F}" type="presParOf" srcId="{690CAD88-29D8-4BBE-8C5C-5DDDB6BEEE8E}" destId="{B7490CF4-16A0-4678-8F74-C770B8B14387}" srcOrd="1" destOrd="0" presId="urn:microsoft.com/office/officeart/2005/8/layout/orgChart1"/>
    <dgm:cxn modelId="{43152F53-D3EA-4C7D-91F2-5194B187AADC}" type="presParOf" srcId="{690CAD88-29D8-4BBE-8C5C-5DDDB6BEEE8E}" destId="{5DF7D358-800E-450F-B175-9189DF92B297}" srcOrd="2" destOrd="0" presId="urn:microsoft.com/office/officeart/2005/8/layout/orgChart1"/>
    <dgm:cxn modelId="{62A15ECB-CB5E-4DF1-8D4F-225396FB150E}" type="presParOf" srcId="{D17E9DBE-C344-464F-8636-14E0AC86ABC8}" destId="{45190418-4232-4D75-8E9C-5FA08054C75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2D7AF8-9175-42E9-BBA1-49A80BAD52DD}">
      <dsp:nvSpPr>
        <dsp:cNvPr id="0" name=""/>
        <dsp:cNvSpPr/>
      </dsp:nvSpPr>
      <dsp:spPr>
        <a:xfrm>
          <a:off x="0" y="291923"/>
          <a:ext cx="10691811" cy="428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856EF-17F1-465B-A9F5-5C8B8A9DF82D}">
      <dsp:nvSpPr>
        <dsp:cNvPr id="0" name=""/>
        <dsp:cNvSpPr/>
      </dsp:nvSpPr>
      <dsp:spPr>
        <a:xfrm>
          <a:off x="534590" y="41003"/>
          <a:ext cx="748426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2888" tIns="0" rIns="282888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 dirty="0">
              <a:latin typeface="Calibri"/>
              <a:ea typeface="Calibri"/>
              <a:cs typeface="Calibri"/>
            </a:rPr>
            <a:t>Članovi grupe i uloge</a:t>
          </a:r>
        </a:p>
      </dsp:txBody>
      <dsp:txXfrm>
        <a:off x="559088" y="65501"/>
        <a:ext cx="7435272" cy="452844"/>
      </dsp:txXfrm>
    </dsp:sp>
    <dsp:sp modelId="{6031F898-206E-47EE-84E0-4733FB4C9841}">
      <dsp:nvSpPr>
        <dsp:cNvPr id="0" name=""/>
        <dsp:cNvSpPr/>
      </dsp:nvSpPr>
      <dsp:spPr>
        <a:xfrm>
          <a:off x="0" y="1063043"/>
          <a:ext cx="10691811" cy="428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AF1F3-300A-4AF7-A8E7-E872219C6C49}">
      <dsp:nvSpPr>
        <dsp:cNvPr id="0" name=""/>
        <dsp:cNvSpPr/>
      </dsp:nvSpPr>
      <dsp:spPr>
        <a:xfrm>
          <a:off x="534590" y="812123"/>
          <a:ext cx="748426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2888" tIns="0" rIns="28288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 dirty="0">
              <a:latin typeface="Calibri"/>
              <a:ea typeface="Calibri"/>
              <a:cs typeface="Calibri"/>
            </a:rPr>
            <a:t>O projektu</a:t>
          </a:r>
          <a:endParaRPr lang="en-US" sz="1700" kern="1200" dirty="0">
            <a:latin typeface="Calibri"/>
            <a:ea typeface="Calibri"/>
            <a:cs typeface="Calibri"/>
          </a:endParaRPr>
        </a:p>
      </dsp:txBody>
      <dsp:txXfrm>
        <a:off x="559088" y="836621"/>
        <a:ext cx="7435272" cy="452844"/>
      </dsp:txXfrm>
    </dsp:sp>
    <dsp:sp modelId="{E60BF90B-6CB8-47B4-8857-565F5EC5E34C}">
      <dsp:nvSpPr>
        <dsp:cNvPr id="0" name=""/>
        <dsp:cNvSpPr/>
      </dsp:nvSpPr>
      <dsp:spPr>
        <a:xfrm>
          <a:off x="0" y="1834164"/>
          <a:ext cx="10691811" cy="990675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803" tIns="354076" rIns="82980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700" kern="1200" dirty="0">
              <a:latin typeface="Calibri"/>
              <a:ea typeface="Calibri"/>
              <a:cs typeface="Calibri"/>
            </a:rPr>
            <a:t>Funkcionalni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700" kern="1200" dirty="0">
              <a:latin typeface="Calibri"/>
              <a:ea typeface="Calibri"/>
              <a:cs typeface="Calibri"/>
            </a:rPr>
            <a:t>Nefunkcionalni</a:t>
          </a:r>
          <a:endParaRPr lang="en-US" sz="1700" kern="1200" dirty="0">
            <a:latin typeface="Calibri"/>
            <a:ea typeface="Calibri"/>
            <a:cs typeface="Calibri"/>
          </a:endParaRPr>
        </a:p>
      </dsp:txBody>
      <dsp:txXfrm>
        <a:off x="0" y="1834164"/>
        <a:ext cx="10691811" cy="990675"/>
      </dsp:txXfrm>
    </dsp:sp>
    <dsp:sp modelId="{74DF4401-10AD-479C-A51E-31BBD62B3080}">
      <dsp:nvSpPr>
        <dsp:cNvPr id="0" name=""/>
        <dsp:cNvSpPr/>
      </dsp:nvSpPr>
      <dsp:spPr>
        <a:xfrm>
          <a:off x="534590" y="1583243"/>
          <a:ext cx="748426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2888" tIns="0" rIns="28288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 dirty="0">
              <a:latin typeface="Calibri"/>
              <a:ea typeface="Calibri"/>
              <a:cs typeface="Calibri"/>
            </a:rPr>
            <a:t>Pregled zahtjeva:</a:t>
          </a:r>
          <a:endParaRPr lang="en-US" sz="1700" kern="1200" dirty="0">
            <a:latin typeface="Calibri"/>
            <a:ea typeface="Calibri"/>
            <a:cs typeface="Calibri"/>
          </a:endParaRPr>
        </a:p>
      </dsp:txBody>
      <dsp:txXfrm>
        <a:off x="559088" y="1607741"/>
        <a:ext cx="7435272" cy="452844"/>
      </dsp:txXfrm>
    </dsp:sp>
    <dsp:sp modelId="{53B91F08-9927-43DF-91E5-F141F26A2678}">
      <dsp:nvSpPr>
        <dsp:cNvPr id="0" name=""/>
        <dsp:cNvSpPr/>
      </dsp:nvSpPr>
      <dsp:spPr>
        <a:xfrm>
          <a:off x="0" y="3167559"/>
          <a:ext cx="10691811" cy="428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A8D58-0A8A-4763-8B35-1233E615C11D}">
      <dsp:nvSpPr>
        <dsp:cNvPr id="0" name=""/>
        <dsp:cNvSpPr/>
      </dsp:nvSpPr>
      <dsp:spPr>
        <a:xfrm>
          <a:off x="534590" y="2916639"/>
          <a:ext cx="7484268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2888" tIns="0" rIns="28288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700" kern="1200" dirty="0">
              <a:latin typeface="Calibri"/>
              <a:ea typeface="Calibri"/>
              <a:cs typeface="Calibri"/>
            </a:rPr>
            <a:t>Tehnologije</a:t>
          </a:r>
          <a:endParaRPr lang="en-US" sz="1700" kern="1200" dirty="0">
            <a:latin typeface="Calibri"/>
            <a:ea typeface="Calibri"/>
            <a:cs typeface="Calibri"/>
          </a:endParaRPr>
        </a:p>
      </dsp:txBody>
      <dsp:txXfrm>
        <a:off x="559088" y="2941137"/>
        <a:ext cx="7435272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E3F46-F77C-42BD-BE24-B9CD51FB1736}">
      <dsp:nvSpPr>
        <dsp:cNvPr id="0" name=""/>
        <dsp:cNvSpPr/>
      </dsp:nvSpPr>
      <dsp:spPr>
        <a:xfrm>
          <a:off x="1890888" y="1331709"/>
          <a:ext cx="1034783" cy="359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90"/>
              </a:lnTo>
              <a:lnTo>
                <a:pt x="1034783" y="179590"/>
              </a:lnTo>
              <a:lnTo>
                <a:pt x="1034783" y="35918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88B32-7437-4CAF-9C35-201C3CFB6781}">
      <dsp:nvSpPr>
        <dsp:cNvPr id="0" name=""/>
        <dsp:cNvSpPr/>
      </dsp:nvSpPr>
      <dsp:spPr>
        <a:xfrm>
          <a:off x="856105" y="1331709"/>
          <a:ext cx="1034783" cy="359181"/>
        </a:xfrm>
        <a:custGeom>
          <a:avLst/>
          <a:gdLst/>
          <a:ahLst/>
          <a:cxnLst/>
          <a:rect l="0" t="0" r="0" b="0"/>
          <a:pathLst>
            <a:path>
              <a:moveTo>
                <a:pt x="1034783" y="0"/>
              </a:moveTo>
              <a:lnTo>
                <a:pt x="1034783" y="179590"/>
              </a:lnTo>
              <a:lnTo>
                <a:pt x="0" y="179590"/>
              </a:lnTo>
              <a:lnTo>
                <a:pt x="0" y="35918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38B67-5C05-47B7-A18D-F9B007685A95}">
      <dsp:nvSpPr>
        <dsp:cNvPr id="0" name=""/>
        <dsp:cNvSpPr/>
      </dsp:nvSpPr>
      <dsp:spPr>
        <a:xfrm>
          <a:off x="1035695" y="476516"/>
          <a:ext cx="1710386" cy="8551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solidFill>
                <a:srgbClr val="1C1C32"/>
              </a:solidFill>
              <a:latin typeface="Calibri"/>
              <a:ea typeface="+mn-ea"/>
              <a:cs typeface="+mn-cs"/>
            </a:rPr>
            <a:t>Backend</a:t>
          </a:r>
        </a:p>
      </dsp:txBody>
      <dsp:txXfrm>
        <a:off x="1035695" y="476516"/>
        <a:ext cx="1710386" cy="855193"/>
      </dsp:txXfrm>
    </dsp:sp>
    <dsp:sp modelId="{D0CA525E-C34D-4AC3-B6A4-53654092E66A}">
      <dsp:nvSpPr>
        <dsp:cNvPr id="0" name=""/>
        <dsp:cNvSpPr/>
      </dsp:nvSpPr>
      <dsp:spPr>
        <a:xfrm>
          <a:off x="911" y="1690890"/>
          <a:ext cx="1710386" cy="8551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solidFill>
                <a:srgbClr val="1C1C32"/>
              </a:solidFill>
              <a:latin typeface="Calibri"/>
              <a:ea typeface="+mn-ea"/>
              <a:cs typeface="+mn-cs"/>
            </a:rPr>
            <a:t>C#</a:t>
          </a:r>
        </a:p>
      </dsp:txBody>
      <dsp:txXfrm>
        <a:off x="911" y="1690890"/>
        <a:ext cx="1710386" cy="855193"/>
      </dsp:txXfrm>
    </dsp:sp>
    <dsp:sp modelId="{61C66A85-ADE8-414E-92E9-5E5027CA5121}">
      <dsp:nvSpPr>
        <dsp:cNvPr id="0" name=""/>
        <dsp:cNvSpPr/>
      </dsp:nvSpPr>
      <dsp:spPr>
        <a:xfrm>
          <a:off x="2070479" y="1690890"/>
          <a:ext cx="1710386" cy="8551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solidFill>
                <a:srgbClr val="1C1C32"/>
              </a:solidFill>
              <a:latin typeface="Calibri"/>
              <a:ea typeface="+mn-ea"/>
              <a:cs typeface="+mn-cs"/>
            </a:rPr>
            <a:t>ASP.NET</a:t>
          </a:r>
        </a:p>
      </dsp:txBody>
      <dsp:txXfrm>
        <a:off x="2070479" y="1690890"/>
        <a:ext cx="1710386" cy="8551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88B32-7437-4CAF-9C35-201C3CFB6781}">
      <dsp:nvSpPr>
        <dsp:cNvPr id="0" name=""/>
        <dsp:cNvSpPr/>
      </dsp:nvSpPr>
      <dsp:spPr>
        <a:xfrm>
          <a:off x="1746390" y="788526"/>
          <a:ext cx="91440" cy="3307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07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38B67-5C05-47B7-A18D-F9B007685A95}">
      <dsp:nvSpPr>
        <dsp:cNvPr id="0" name=""/>
        <dsp:cNvSpPr/>
      </dsp:nvSpPr>
      <dsp:spPr>
        <a:xfrm>
          <a:off x="1004562" y="977"/>
          <a:ext cx="1575097" cy="7875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+mn-ea"/>
              <a:cs typeface="+mn-cs"/>
            </a:rPr>
            <a:t>Baze </a:t>
          </a:r>
          <a:r>
            <a:rPr lang="en-GB" sz="2100" kern="1200" err="1">
              <a:latin typeface="Calibri"/>
              <a:ea typeface="+mn-ea"/>
              <a:cs typeface="+mn-cs"/>
            </a:rPr>
            <a:t>podataka</a:t>
          </a:r>
          <a:endParaRPr lang="en-GB" sz="2100" kern="1200">
            <a:latin typeface="Calibri"/>
            <a:ea typeface="+mn-ea"/>
            <a:cs typeface="+mn-cs"/>
          </a:endParaRPr>
        </a:p>
      </dsp:txBody>
      <dsp:txXfrm>
        <a:off x="1004562" y="977"/>
        <a:ext cx="1575097" cy="787548"/>
      </dsp:txXfrm>
    </dsp:sp>
    <dsp:sp modelId="{D0CA525E-C34D-4AC3-B6A4-53654092E66A}">
      <dsp:nvSpPr>
        <dsp:cNvPr id="0" name=""/>
        <dsp:cNvSpPr/>
      </dsp:nvSpPr>
      <dsp:spPr>
        <a:xfrm>
          <a:off x="1004562" y="1119296"/>
          <a:ext cx="1575097" cy="7875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+mn-ea"/>
              <a:cs typeface="+mn-cs"/>
            </a:rPr>
            <a:t> </a:t>
          </a:r>
          <a:r>
            <a:rPr lang="en-GB" sz="2100" kern="1200" err="1">
              <a:latin typeface="Calibri"/>
              <a:ea typeface="+mn-ea"/>
              <a:cs typeface="+mn-cs"/>
            </a:rPr>
            <a:t>Postgre</a:t>
          </a:r>
          <a:r>
            <a:rPr lang="en-GB" sz="2100" kern="1200">
              <a:latin typeface="Calibri"/>
              <a:ea typeface="+mn-ea"/>
              <a:cs typeface="+mn-cs"/>
            </a:rPr>
            <a:t> SQL</a:t>
          </a:r>
        </a:p>
      </dsp:txBody>
      <dsp:txXfrm>
        <a:off x="1004562" y="1119296"/>
        <a:ext cx="1575097" cy="7875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324D4-8959-4470-9D82-144F1582FE66}">
      <dsp:nvSpPr>
        <dsp:cNvPr id="0" name=""/>
        <dsp:cNvSpPr/>
      </dsp:nvSpPr>
      <dsp:spPr>
        <a:xfrm>
          <a:off x="2286000" y="16884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49"/>
              </a:lnTo>
              <a:lnTo>
                <a:pt x="1617361" y="140349"/>
              </a:lnTo>
              <a:lnTo>
                <a:pt x="1617361" y="28069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4E3F46-F77C-42BD-BE24-B9CD51FB1736}">
      <dsp:nvSpPr>
        <dsp:cNvPr id="0" name=""/>
        <dsp:cNvSpPr/>
      </dsp:nvSpPr>
      <dsp:spPr>
        <a:xfrm>
          <a:off x="2240280" y="1688450"/>
          <a:ext cx="91440" cy="2806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69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88B32-7437-4CAF-9C35-201C3CFB6781}">
      <dsp:nvSpPr>
        <dsp:cNvPr id="0" name=""/>
        <dsp:cNvSpPr/>
      </dsp:nvSpPr>
      <dsp:spPr>
        <a:xfrm>
          <a:off x="668638" y="1688450"/>
          <a:ext cx="1617361" cy="280699"/>
        </a:xfrm>
        <a:custGeom>
          <a:avLst/>
          <a:gdLst/>
          <a:ahLst/>
          <a:cxnLst/>
          <a:rect l="0" t="0" r="0" b="0"/>
          <a:pathLst>
            <a:path>
              <a:moveTo>
                <a:pt x="1617361" y="0"/>
              </a:moveTo>
              <a:lnTo>
                <a:pt x="1617361" y="140349"/>
              </a:lnTo>
              <a:lnTo>
                <a:pt x="0" y="140349"/>
              </a:lnTo>
              <a:lnTo>
                <a:pt x="0" y="28069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38B67-5C05-47B7-A18D-F9B007685A95}">
      <dsp:nvSpPr>
        <dsp:cNvPr id="0" name=""/>
        <dsp:cNvSpPr/>
      </dsp:nvSpPr>
      <dsp:spPr>
        <a:xfrm>
          <a:off x="1617668" y="1020119"/>
          <a:ext cx="1336662" cy="668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+mn-ea"/>
              <a:cs typeface="+mn-cs"/>
            </a:rPr>
            <a:t>Frontend</a:t>
          </a:r>
        </a:p>
      </dsp:txBody>
      <dsp:txXfrm>
        <a:off x="1617668" y="1020119"/>
        <a:ext cx="1336662" cy="668331"/>
      </dsp:txXfrm>
    </dsp:sp>
    <dsp:sp modelId="{D0CA525E-C34D-4AC3-B6A4-53654092E66A}">
      <dsp:nvSpPr>
        <dsp:cNvPr id="0" name=""/>
        <dsp:cNvSpPr/>
      </dsp:nvSpPr>
      <dsp:spPr>
        <a:xfrm>
          <a:off x="306" y="1969149"/>
          <a:ext cx="1336662" cy="668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err="1">
              <a:latin typeface="Calibri"/>
              <a:ea typeface="+mn-ea"/>
              <a:cs typeface="+mn-cs"/>
            </a:rPr>
            <a:t>Javascript</a:t>
          </a:r>
          <a:endParaRPr lang="en-GB" sz="2100" kern="1200">
            <a:latin typeface="Calibri"/>
            <a:ea typeface="+mn-ea"/>
            <a:cs typeface="+mn-cs"/>
          </a:endParaRPr>
        </a:p>
      </dsp:txBody>
      <dsp:txXfrm>
        <a:off x="306" y="1969149"/>
        <a:ext cx="1336662" cy="668331"/>
      </dsp:txXfrm>
    </dsp:sp>
    <dsp:sp modelId="{61C66A85-ADE8-414E-92E9-5E5027CA5121}">
      <dsp:nvSpPr>
        <dsp:cNvPr id="0" name=""/>
        <dsp:cNvSpPr/>
      </dsp:nvSpPr>
      <dsp:spPr>
        <a:xfrm>
          <a:off x="1617668" y="1969149"/>
          <a:ext cx="1336662" cy="668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+mn-ea"/>
              <a:cs typeface="+mn-cs"/>
            </a:rPr>
            <a:t>React</a:t>
          </a:r>
        </a:p>
      </dsp:txBody>
      <dsp:txXfrm>
        <a:off x="1617668" y="1969149"/>
        <a:ext cx="1336662" cy="668331"/>
      </dsp:txXfrm>
    </dsp:sp>
    <dsp:sp modelId="{4C1A5FB1-283E-4F39-97BC-DE12C1AA7281}">
      <dsp:nvSpPr>
        <dsp:cNvPr id="0" name=""/>
        <dsp:cNvSpPr/>
      </dsp:nvSpPr>
      <dsp:spPr>
        <a:xfrm>
          <a:off x="3235030" y="1969149"/>
          <a:ext cx="1336662" cy="668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+mn-ea"/>
              <a:cs typeface="+mn-cs"/>
            </a:rPr>
            <a:t>Html, CSS</a:t>
          </a:r>
        </a:p>
      </dsp:txBody>
      <dsp:txXfrm>
        <a:off x="3235030" y="1969149"/>
        <a:ext cx="1336662" cy="6683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76B3E-6211-472A-9634-470EA31A49A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DD4C2-1B46-4BBE-8A1A-1536DA3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0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DD4C2-1B46-4BBE-8A1A-1536DA311C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62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DD4C2-1B46-4BBE-8A1A-1536DA311C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7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40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83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98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86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2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7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6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5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42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10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21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0E35-AB37-74F5-E503-2149AC9F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03" y="2043724"/>
            <a:ext cx="4103431" cy="1317523"/>
          </a:xfrm>
        </p:spPr>
        <p:txBody>
          <a:bodyPr anchor="b">
            <a:normAutofit/>
          </a:bodyPr>
          <a:lstStyle/>
          <a:p>
            <a:r>
              <a:rPr lang="hr-HR" sz="4800" err="1">
                <a:latin typeface="Univers Condensed"/>
                <a:ea typeface="Microsoft Sans Serif"/>
                <a:cs typeface="Microsoft Sans Serif"/>
              </a:rPr>
              <a:t>PawPal</a:t>
            </a:r>
            <a:endParaRPr lang="en-US" sz="4000" dirty="0">
              <a:latin typeface="Univers Condensed"/>
              <a:ea typeface="Microsoft Sans Serif"/>
              <a:cs typeface="Microsoft Sans Serif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D7CCC-B943-B902-E5C4-D3A660003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0946" y="3463233"/>
            <a:ext cx="4103431" cy="33162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z="2000" dirty="0">
                <a:latin typeface="Calibri"/>
                <a:ea typeface="Microsoft Sans Serif"/>
                <a:cs typeface="Microsoft Sans Serif"/>
              </a:rPr>
              <a:t>Tim 13.4 (Sarma)</a:t>
            </a:r>
          </a:p>
          <a:p>
            <a:r>
              <a:rPr lang="hr-HR" sz="2000" dirty="0">
                <a:latin typeface="Calibri"/>
                <a:ea typeface="Microsoft Sans Serif"/>
                <a:cs typeface="Microsoft Sans Serif"/>
              </a:rPr>
              <a:t>Ak. god. 25./26.</a:t>
            </a:r>
            <a:endParaRPr lang="en-US" sz="2000" dirty="0">
              <a:latin typeface="Calibri"/>
              <a:ea typeface="Microsoft Sans Serif"/>
              <a:cs typeface="Microsoft Sans Serif"/>
            </a:endParaRP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65FE75BC-A786-99D7-6486-7B425E4B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27B6826-6309-4111-ADA1-AAE3061C5610}" type="datetime1">
              <a:rPr lang="en-US"/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D1DF0A0-5007-0EC2-8F27-CCCF2BEC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3FD96FD-545F-4106-4E77-C9C03B99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6" name="Picture 5" descr="Pets and Their People: Exploring the Human-Animal Bond | Beverly Hills  Veterinary Associates">
            <a:extLst>
              <a:ext uri="{FF2B5EF4-FFF2-40B4-BE49-F238E27FC236}">
                <a16:creationId xmlns:a16="http://schemas.microsoft.com/office/drawing/2014/main" id="{A385832B-F45D-45C8-60C1-DC8C7B948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892" y="1068294"/>
            <a:ext cx="3550217" cy="2375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Golden Retriever Attempting to Carry His Own Leash Couldn't Be More Proud  of Himself - PetHelpful">
            <a:extLst>
              <a:ext uri="{FF2B5EF4-FFF2-40B4-BE49-F238E27FC236}">
                <a16:creationId xmlns:a16="http://schemas.microsoft.com/office/drawing/2014/main" id="{F29C93A7-7A9F-4ABF-C641-953EE273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93" y="3668059"/>
            <a:ext cx="3550216" cy="23644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30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E5DC-208D-EC28-07FA-FA37AF19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b="1"/>
              <a:t>Sadržaj</a:t>
            </a:r>
            <a:endParaRPr lang="en-US" b="1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DA50999F-49B8-58E7-14AC-1062EA3F7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805372"/>
              </p:ext>
            </p:extLst>
          </p:nvPr>
        </p:nvGraphicFramePr>
        <p:xfrm>
          <a:off x="700088" y="2292350"/>
          <a:ext cx="10691812" cy="363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21BE8480-47F0-68B6-8BD5-778221FB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E9590CE-484F-4986-B3C6-7A183B8F996A}" type="datetime1"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2A8B34C9-1032-70C5-E1DC-F6ED6084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4B7E3107-FB81-75BD-9E2F-9248EF12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4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E029-894A-6AD5-1C05-49E8157B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096242" cy="763995"/>
          </a:xfrm>
        </p:spPr>
        <p:txBody>
          <a:bodyPr anchor="b">
            <a:normAutofit/>
          </a:bodyPr>
          <a:lstStyle/>
          <a:p>
            <a:r>
              <a:rPr lang="hr-HR" sz="4000" b="1"/>
              <a:t>Članovi i uloge</a:t>
            </a:r>
            <a:endParaRPr lang="en-US" sz="4000" b="1"/>
          </a:p>
        </p:txBody>
      </p:sp>
      <p:pic>
        <p:nvPicPr>
          <p:cNvPr id="4" name="Picture 3" descr="A group of people using laptops&#10;&#10;AI-generated content may be incorrect.">
            <a:extLst>
              <a:ext uri="{FF2B5EF4-FFF2-40B4-BE49-F238E27FC236}">
                <a16:creationId xmlns:a16="http://schemas.microsoft.com/office/drawing/2014/main" id="{3FF10B2B-D3CC-0D9E-593B-9CFF62D5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009" r="1" b="22143"/>
          <a:stretch>
            <a:fillRect/>
          </a:stretch>
        </p:blipFill>
        <p:spPr>
          <a:xfrm>
            <a:off x="5183188" y="1066800"/>
            <a:ext cx="6172200" cy="479425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8246-F877-F3A6-11BB-393765F86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4444" y="2305278"/>
            <a:ext cx="4103431" cy="3316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Alan Miljak –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backend</a:t>
            </a:r>
            <a:endParaRPr lang="en-US" sz="1800">
              <a:latin typeface="Calibri"/>
              <a:ea typeface="Microsoft Sans Serif"/>
              <a:cs typeface="Microsoft Sans Serif"/>
            </a:endParaRPr>
          </a:p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Bruno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Cavor</a:t>
            </a:r>
            <a:r>
              <a:rPr lang="hr-HR" sz="1800">
                <a:latin typeface="Calibri"/>
                <a:ea typeface="Microsoft Sans Serif"/>
                <a:cs typeface="Microsoft Sans Serif"/>
              </a:rPr>
              <a:t> – razvoj baze podataka</a:t>
            </a:r>
          </a:p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Antonio Stjepić – razvoj baze podataka</a:t>
            </a:r>
          </a:p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Zvonimir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Sch</a:t>
            </a:r>
            <a:r>
              <a:rPr lang="en-US" sz="1800">
                <a:latin typeface="Calibri"/>
                <a:ea typeface="Microsoft Sans Serif"/>
                <a:cs typeface="Microsoft Sans Serif"/>
              </a:rPr>
              <a:t>ö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nwald</a:t>
            </a:r>
            <a:r>
              <a:rPr lang="hr-HR" sz="1800">
                <a:latin typeface="Calibri"/>
                <a:ea typeface="Microsoft Sans Serif"/>
                <a:cs typeface="Microsoft Sans Serif"/>
              </a:rPr>
              <a:t> –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frontend</a:t>
            </a:r>
            <a:endParaRPr lang="hr-HR" sz="1800">
              <a:latin typeface="Calibri"/>
              <a:ea typeface="Microsoft Sans Serif"/>
              <a:cs typeface="Microsoft Sans Serif"/>
            </a:endParaRPr>
          </a:p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Vid Veselko –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frontend</a:t>
            </a:r>
            <a:endParaRPr lang="hr-HR" sz="1800">
              <a:latin typeface="Calibri"/>
              <a:ea typeface="Microsoft Sans Serif"/>
              <a:cs typeface="Microsoft Sans Serif"/>
            </a:endParaRPr>
          </a:p>
          <a:p>
            <a:pPr marL="342900" indent="-342900"/>
            <a:r>
              <a:rPr lang="hr-HR" sz="1800">
                <a:latin typeface="Calibri"/>
                <a:ea typeface="Microsoft Sans Serif"/>
                <a:cs typeface="Microsoft Sans Serif"/>
              </a:rPr>
              <a:t>Nikola Ivković – voditelj projekta,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backend</a:t>
            </a:r>
            <a:endParaRPr lang="hr-HR" sz="1800">
              <a:latin typeface="Calibri"/>
              <a:ea typeface="Microsoft Sans Serif"/>
              <a:cs typeface="Microsoft Sans Serif"/>
            </a:endParaRP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C997D2D-E315-E4BA-F03C-0128BC3E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E626C9-3448-4304-9AD3-1DF00C5D3FE4}" type="datetime1">
              <a:rPr lang="en-US"/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BBEBA41D-7B16-633E-416F-B2A82DC7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4580598-C489-B290-EEEC-948885DB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3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056B-DDBF-6AF6-08C5-EA56D457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223" y="787625"/>
            <a:ext cx="10691265" cy="1127930"/>
          </a:xfrm>
        </p:spPr>
        <p:txBody>
          <a:bodyPr anchor="t">
            <a:normAutofit/>
          </a:bodyPr>
          <a:lstStyle/>
          <a:p>
            <a:r>
              <a:rPr lang="hr-HR" b="1"/>
              <a:t>O projektu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4E0D7-8ABE-147A-BA4C-E4E63793E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030" y="1712821"/>
            <a:ext cx="4740388" cy="2163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hr-HR" sz="2100" b="1">
                <a:latin typeface="Calibri"/>
                <a:ea typeface="Calibri"/>
                <a:cs typeface="Calibri"/>
              </a:rPr>
              <a:t>Što aplikacija rješava – ukratko</a:t>
            </a:r>
            <a:endParaRPr lang="en-US" sz="2100" b="1"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hr-HR">
                <a:latin typeface="Calibri"/>
                <a:ea typeface="+mn-lt"/>
                <a:cs typeface="+mn-lt"/>
              </a:rPr>
              <a:t>Aplikacija </a:t>
            </a:r>
            <a:r>
              <a:rPr lang="hr-HR" err="1">
                <a:latin typeface="Calibri"/>
                <a:ea typeface="+mn-lt"/>
                <a:cs typeface="+mn-lt"/>
              </a:rPr>
              <a:t>PawPal</a:t>
            </a:r>
            <a:r>
              <a:rPr lang="hr-HR">
                <a:latin typeface="Calibri"/>
                <a:ea typeface="+mn-lt"/>
                <a:cs typeface="+mn-lt"/>
              </a:rPr>
              <a:t> rješava problem nedostatka vremena i povjerenja kod vlasnika pasa koji trebaju pouzdane šetače. Omogućuje jednostavno povezivanje vlasnika i provjerenih šetača pasa putem web platforme</a:t>
            </a:r>
            <a:endParaRPr lang="hr-HR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hr-HR" sz="1400" b="1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hr-HR" altLang="sr-Latn-RS" sz="1400" b="1">
              <a:latin typeface="Calibri"/>
              <a:ea typeface="Calibri"/>
              <a:cs typeface="Calibri"/>
            </a:endParaRP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57EC8B0-C8B7-6C95-97C4-5615CC6D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1680" y="1712821"/>
            <a:ext cx="4330701" cy="1745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hr-HR" sz="2100" b="1">
                <a:latin typeface="Calibri"/>
                <a:ea typeface="Calibri"/>
                <a:cs typeface="Calibri"/>
              </a:rPr>
              <a:t>Postoji li slično rješenje i što je naša prednost?</a:t>
            </a:r>
            <a:endParaRPr lang="en-US" sz="2100"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hr-HR">
                <a:latin typeface="Calibri"/>
                <a:ea typeface="Calibri"/>
                <a:cs typeface="Calibri"/>
              </a:rPr>
              <a:t>Postoje </a:t>
            </a:r>
            <a:r>
              <a:rPr lang="hr-HR" err="1">
                <a:latin typeface="Calibri"/>
                <a:ea typeface="Calibri"/>
                <a:cs typeface="Calibri"/>
              </a:rPr>
              <a:t>Wag</a:t>
            </a:r>
            <a:r>
              <a:rPr lang="hr-HR">
                <a:latin typeface="Calibri"/>
                <a:ea typeface="Calibri"/>
                <a:cs typeface="Calibri"/>
              </a:rPr>
              <a:t>! i Rover, no </a:t>
            </a:r>
            <a:r>
              <a:rPr lang="hr-HR" err="1">
                <a:latin typeface="Calibri"/>
                <a:ea typeface="Calibri"/>
                <a:cs typeface="Calibri"/>
              </a:rPr>
              <a:t>PawPal</a:t>
            </a:r>
            <a:r>
              <a:rPr lang="hr-HR">
                <a:latin typeface="Calibri"/>
                <a:ea typeface="Calibri"/>
                <a:cs typeface="Calibri"/>
              </a:rPr>
              <a:t> se izdvaja po sustavu ocjenjivanja i uređivanja rezervacija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Date Placeholder 4">
            <a:extLst>
              <a:ext uri="{FF2B5EF4-FFF2-40B4-BE49-F238E27FC236}">
                <a16:creationId xmlns:a16="http://schemas.microsoft.com/office/drawing/2014/main" id="{F285174B-7AA7-45E0-8B70-B8A3E4B1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65BA649-36A6-49EE-8D05-E448C39FBAC3}" type="datetime1"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28" name="Footer Placeholder 5">
            <a:extLst>
              <a:ext uri="{FF2B5EF4-FFF2-40B4-BE49-F238E27FC236}">
                <a16:creationId xmlns:a16="http://schemas.microsoft.com/office/drawing/2014/main" id="{DDD2BD61-2FE2-CAF6-D3E3-05AECD4F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9" name="Slide Number Placeholder 6">
            <a:extLst>
              <a:ext uri="{FF2B5EF4-FFF2-40B4-BE49-F238E27FC236}">
                <a16:creationId xmlns:a16="http://schemas.microsoft.com/office/drawing/2014/main" id="{715BE9ED-8B9A-98E6-1038-307849A7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90EC9A-A72E-7A49-E25D-9FC73B88663B}"/>
              </a:ext>
            </a:extLst>
          </p:cNvPr>
          <p:cNvSpPr txBox="1"/>
          <p:nvPr/>
        </p:nvSpPr>
        <p:spPr>
          <a:xfrm>
            <a:off x="3475078" y="3934582"/>
            <a:ext cx="5240619" cy="24186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r-HR" sz="2100" b="1">
                <a:latin typeface="Calibri"/>
                <a:ea typeface="Calibri"/>
                <a:cs typeface="Calibri"/>
              </a:rPr>
              <a:t>Cilj – svrha i funkcionalnost aplikacije</a:t>
            </a:r>
            <a:endParaRPr lang="en-US" sz="2100">
              <a:latin typeface="Calibri"/>
              <a:ea typeface="Calibri"/>
              <a:cs typeface="Calibri"/>
            </a:endParaRPr>
          </a:p>
          <a:p>
            <a:pPr lvl="1">
              <a:spcBef>
                <a:spcPts val="500"/>
              </a:spcBef>
            </a:pPr>
            <a:r>
              <a:rPr lang="hr-HR">
                <a:latin typeface="Calibri"/>
                <a:ea typeface="Calibri"/>
                <a:cs typeface="Calibri"/>
              </a:rPr>
              <a:t>Cilj aplikacije je stvoriti online platformu za povezivanje vlasnika pasa i šetača kroz fleksibilnu pretragu, transparentno plaćanje, pretraživanje rezervacija, mogućnost otkazivanja istih i međusobnu komunikaciju vlasnika </a:t>
            </a:r>
            <a:r>
              <a:rPr lang="hr-HR" baseline="0">
                <a:latin typeface="Calibri"/>
                <a:ea typeface="Calibri"/>
                <a:cs typeface="Calibri"/>
              </a:rPr>
              <a:t>i </a:t>
            </a:r>
            <a:r>
              <a:rPr lang="hr-HR">
                <a:latin typeface="Calibri"/>
                <a:ea typeface="Calibri"/>
                <a:cs typeface="Calibri"/>
              </a:rPr>
              <a:t>šetača uz sustav ocjenjivanja istih</a:t>
            </a:r>
            <a:endParaRPr lang="en-GB">
              <a:latin typeface="Calibri"/>
              <a:ea typeface="Calibri"/>
              <a:cs typeface="Calibri"/>
            </a:endParaRPr>
          </a:p>
          <a:p>
            <a:endParaRPr lang="en-GB">
              <a:latin typeface="Calibri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6804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F471-D845-A8AF-396B-F37616FE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b="1"/>
              <a:t>PREGLED ZAHTJEVA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B81BF-CC70-C728-17B8-9C73F20C1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8535" y="1715935"/>
            <a:ext cx="10683863" cy="480733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hr-HR" sz="2100" b="1" dirty="0">
                <a:latin typeface="Calibri"/>
                <a:ea typeface="Microsoft Sans Serif"/>
                <a:cs typeface="Microsoft Sans Serif"/>
              </a:rPr>
              <a:t>Glavni funkcionalni zahtjevi:</a:t>
            </a:r>
            <a:endParaRPr lang="en-US" dirty="0">
              <a:latin typeface="Calibri"/>
              <a:ea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Microsoft Sans Serif"/>
                <a:cs typeface="Microsoft Sans Serif"/>
              </a:rPr>
              <a:t>F1 Autentifikacija</a:t>
            </a: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Microsoft Sans Serif"/>
                <a:cs typeface="Microsoft Sans Serif"/>
              </a:rPr>
              <a:t>Sigurna prijava/registracija Vlasnika i Šetača putem </a:t>
            </a:r>
            <a:r>
              <a:rPr lang="hr-HR" sz="1600" dirty="0" err="1">
                <a:latin typeface="Calibri"/>
                <a:ea typeface="Microsoft Sans Serif"/>
                <a:cs typeface="Microsoft Sans Serif"/>
              </a:rPr>
              <a:t>OAuth</a:t>
            </a:r>
            <a:r>
              <a:rPr lang="hr-HR" sz="1600" dirty="0">
                <a:latin typeface="Calibri"/>
                <a:ea typeface="Microsoft Sans Serif"/>
                <a:cs typeface="Microsoft Sans Serif"/>
              </a:rPr>
              <a:t> 2.0</a:t>
            </a:r>
            <a:endParaRPr lang="hr-HR" sz="1600" dirty="0"/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Microsoft Sans Serif"/>
                <a:cs typeface="Microsoft Sans Serif"/>
              </a:rPr>
              <a:t>F2 Upravljanje Profilima</a:t>
            </a:r>
            <a:endParaRPr lang="hr-HR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Microsoft Sans Serif"/>
                <a:cs typeface="Microsoft Sans Serif"/>
              </a:rPr>
              <a:t>Vlasnik kreira profile ljubimaca s ključnim informacijama (zdravstvene napomene, socijalizacija). Šetač kreira javni profil s podacima i fotografijama</a:t>
            </a:r>
            <a:endParaRPr lang="hr-HR" sz="1600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Microsoft Sans Serif"/>
                <a:cs typeface="Microsoft Sans Serif"/>
              </a:rPr>
              <a:t>F3 Termini i Rezervacije</a:t>
            </a:r>
            <a:endParaRPr lang="hr-HR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Microsoft Sans Serif"/>
                <a:cs typeface="Microsoft Sans Serif"/>
              </a:rPr>
              <a:t>Šetač kreira individualne/grupne termine s cijenom. Vlasnik pretražuje (lokacija, cijena, ocjena), rezervira (putem eksternog kalendara) i otkazuje termine (24h prije)</a:t>
            </a:r>
            <a:endParaRPr lang="hr-HR" sz="1600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Microsoft Sans Serif"/>
                <a:cs typeface="Microsoft Sans Serif"/>
              </a:rPr>
              <a:t>F4 Odobravanje i Obavijesti</a:t>
            </a:r>
            <a:endParaRPr lang="hr-HR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Microsoft Sans Serif"/>
                <a:cs typeface="Microsoft Sans Serif"/>
              </a:rPr>
              <a:t>Šetač prima obavijest o rezervaciji i mora je prihvatiti/odbaci. Vlasnik se može pretplatiti na obavijesti o novim šetačima</a:t>
            </a:r>
            <a:endParaRPr lang="hr-HR" sz="1600" dirty="0">
              <a:latin typeface="Calisto MT" panose="02040603050505030304"/>
              <a:ea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</a:pPr>
            <a:endParaRPr lang="hr-HR" sz="1800">
              <a:latin typeface="Calibri"/>
              <a:ea typeface="Microsoft Sans Serif"/>
              <a:cs typeface="Microsoft Sans Serif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159D210-4F46-F8E2-36E8-40B060DC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1B367AC-8F95-4384-8DE8-EFEB1BC50055}" type="datetime1">
              <a:rPr lang="en-US"/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E0555E5-AAAE-F314-F02F-1359E80E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08E9C68-0044-FB7F-94D5-0E9117D2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4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2FD116-091E-AA47-E27E-793B0A72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b="1"/>
              <a:t>PREGLED ZAHTJEVA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B778-CAE2-F347-0292-1863BEC40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800" y="1715934"/>
            <a:ext cx="10553750" cy="4426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hr-HR" sz="2100" b="1" dirty="0">
                <a:latin typeface="Calibri"/>
                <a:ea typeface="Microsoft Sans Serif"/>
                <a:cs typeface="Microsoft Sans Serif"/>
              </a:rPr>
              <a:t>Glavni funkcionalni zahtjevi:</a:t>
            </a:r>
            <a:endParaRPr lang="en-US" dirty="0">
              <a:latin typeface="Calisto MT"/>
              <a:ea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Calibri"/>
                <a:cs typeface="Calibri"/>
              </a:rPr>
              <a:t>F5 Komunikacija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Calibri"/>
                <a:cs typeface="Calibri"/>
              </a:rPr>
              <a:t>Implementacija chat kanala (</a:t>
            </a:r>
            <a:r>
              <a:rPr lang="hr-HR" sz="1600" dirty="0" err="1">
                <a:latin typeface="Calibri"/>
                <a:ea typeface="Calibri"/>
                <a:cs typeface="Calibri"/>
              </a:rPr>
              <a:t>FreeChat</a:t>
            </a:r>
            <a:r>
              <a:rPr lang="hr-HR" sz="1600" dirty="0">
                <a:latin typeface="Calibri"/>
                <a:ea typeface="Calibri"/>
                <a:cs typeface="Calibri"/>
              </a:rPr>
              <a:t>) za komunikaciju Vlasnika i Šetača nakon potvrde, uključujući slanje fotografija/teksta tijekom šetnje</a:t>
            </a:r>
            <a:endParaRPr lang="hr-HR"/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Calibri"/>
                <a:cs typeface="Calibri"/>
              </a:rPr>
              <a:t>F6 Plaćanje</a:t>
            </a:r>
            <a:endParaRPr lang="hr-HR"/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Calibri"/>
                <a:cs typeface="Calibri"/>
              </a:rPr>
              <a:t>Naplata članarine Šetačima (mjesečna/godišnja) i plaćanje šetnji (Vlasnik) putem PayPal, kreditne kartice (eksterni servis) ili gotovine</a:t>
            </a:r>
            <a:endParaRPr lang="hr-HR" sz="1600"/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Calibri"/>
                <a:cs typeface="Calibri"/>
              </a:rPr>
              <a:t>F7 Ocjene i Recenzije</a:t>
            </a:r>
            <a:endParaRPr lang="hr-HR">
              <a:latin typeface="Calisto MT" panose="02040603050505030304"/>
              <a:ea typeface="Calibri"/>
              <a:cs typeface="Calibri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Calibri"/>
                <a:cs typeface="Calibri"/>
              </a:rPr>
              <a:t>Vlasnik ocjenjuje Šetača (1-5) i ostavlja recenziju/fotografiju. Sustav izračunava i prikazuje prosječnu ocjenu</a:t>
            </a:r>
            <a:endParaRPr lang="hr-HR" sz="1600">
              <a:latin typeface="Calisto MT" panose="02040603050505030304"/>
              <a:ea typeface="Calibri"/>
              <a:cs typeface="Calibri"/>
            </a:endParaRPr>
          </a:p>
          <a:p>
            <a:pPr lvl="2">
              <a:lnSpc>
                <a:spcPct val="100000"/>
              </a:lnSpc>
            </a:pPr>
            <a:r>
              <a:rPr lang="hr-HR" sz="1800" dirty="0">
                <a:latin typeface="Calibri"/>
                <a:ea typeface="Calibri"/>
                <a:cs typeface="Calibri"/>
              </a:rPr>
              <a:t>F8 Administracija</a:t>
            </a:r>
            <a:endParaRPr lang="hr-HR">
              <a:latin typeface="Calisto MT" panose="02040603050505030304"/>
              <a:ea typeface="Calibri"/>
              <a:cs typeface="Calibri"/>
            </a:endParaRPr>
          </a:p>
          <a:p>
            <a:pPr lvl="3">
              <a:lnSpc>
                <a:spcPct val="100000"/>
              </a:lnSpc>
            </a:pPr>
            <a:r>
              <a:rPr lang="hr-HR" sz="1600" dirty="0">
                <a:latin typeface="Calibri"/>
                <a:ea typeface="Calibri"/>
                <a:cs typeface="Calibri"/>
              </a:rPr>
              <a:t>Administratori postavljaju cijenu članstva i upravljaju korisničkim profilima</a:t>
            </a:r>
            <a:endParaRPr lang="hr-HR" sz="1600"/>
          </a:p>
          <a:p>
            <a:pPr lvl="2">
              <a:lnSpc>
                <a:spcPct val="100000"/>
              </a:lnSpc>
            </a:pPr>
            <a:endParaRPr lang="hr-HR" sz="18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hr-HR" sz="1400"/>
          </a:p>
          <a:p>
            <a:pPr>
              <a:lnSpc>
                <a:spcPct val="100000"/>
              </a:lnSpc>
            </a:pPr>
            <a:endParaRPr lang="en-US" sz="1400"/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D8B2FC34-D003-ED13-5016-745F0D8B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AE59173-AE9F-4115-97C6-C52AC72B784E}" type="datetime1"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BBDC7536-DBFA-4669-06CA-1C430FD2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D51C1738-9F85-6301-015A-9E8342F6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1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0355-FAB4-DA15-259F-6796FD9A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b="1"/>
              <a:t>PREgled zahtjeva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96AA-EF5F-C5BF-EBED-7133F5391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800" y="1715934"/>
            <a:ext cx="10691333" cy="42571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hr-HR" sz="2100" b="1">
                <a:latin typeface="Calibri"/>
                <a:ea typeface="Microsoft Sans Serif"/>
                <a:cs typeface="Microsoft Sans Serif"/>
              </a:rPr>
              <a:t>Glavni </a:t>
            </a:r>
            <a:r>
              <a:rPr lang="hr-HR" sz="2100" b="1" err="1">
                <a:latin typeface="Calibri"/>
                <a:ea typeface="Microsoft Sans Serif"/>
                <a:cs typeface="Microsoft Sans Serif"/>
              </a:rPr>
              <a:t>nefunkionalni</a:t>
            </a:r>
            <a:r>
              <a:rPr lang="hr-HR" sz="2100" b="1">
                <a:latin typeface="Calibri"/>
                <a:ea typeface="Microsoft Sans Serif"/>
                <a:cs typeface="Microsoft Sans Serif"/>
              </a:rPr>
              <a:t> zahtjevi:</a:t>
            </a:r>
            <a:endParaRPr lang="hr-HR" sz="2100">
              <a:latin typeface="Calibri"/>
              <a:ea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</a:pPr>
            <a:r>
              <a:rPr lang="hr-HR">
                <a:latin typeface="Calibri"/>
                <a:ea typeface="Microsoft Sans Serif"/>
                <a:cs typeface="Microsoft Sans Serif"/>
              </a:rPr>
              <a:t>NF1 - Sigurnost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Osjetljivi podaci šifrirani modernim algoritmima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Zaštita od SQL injekcija i XSS napada</a:t>
            </a:r>
          </a:p>
          <a:p>
            <a:pPr lvl="1">
              <a:lnSpc>
                <a:spcPct val="100000"/>
              </a:lnSpc>
            </a:pPr>
            <a:r>
              <a:rPr lang="hr-HR">
                <a:latin typeface="Calibri"/>
                <a:ea typeface="Microsoft Sans Serif"/>
                <a:cs typeface="Microsoft Sans Serif"/>
              </a:rPr>
              <a:t>NF2 - Dojam korisnika i njegovo iskustvo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Intuitivan dizajn jednostavan za snalaženje</a:t>
            </a:r>
          </a:p>
          <a:p>
            <a:pPr lvl="2">
              <a:lnSpc>
                <a:spcPct val="100000"/>
              </a:lnSpc>
            </a:pPr>
            <a:r>
              <a:rPr lang="hr-HR" sz="1800" err="1">
                <a:latin typeface="Calibri"/>
                <a:ea typeface="Microsoft Sans Serif"/>
                <a:cs typeface="Microsoft Sans Serif"/>
              </a:rPr>
              <a:t>Responzivan</a:t>
            </a:r>
            <a:r>
              <a:rPr lang="hr-HR" sz="1800">
                <a:latin typeface="Calibri"/>
                <a:ea typeface="Microsoft Sans Serif"/>
                <a:cs typeface="Microsoft Sans Serif"/>
              </a:rPr>
              <a:t> dizajn</a:t>
            </a:r>
          </a:p>
          <a:p>
            <a:pPr lvl="1">
              <a:lnSpc>
                <a:spcPct val="100000"/>
              </a:lnSpc>
            </a:pPr>
            <a:r>
              <a:rPr lang="hr-HR">
                <a:latin typeface="Calibri"/>
                <a:ea typeface="Microsoft Sans Serif"/>
                <a:cs typeface="Microsoft Sans Serif"/>
              </a:rPr>
              <a:t>NF3 - Web dostupnost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Stranica treba raditi u modernim web preglednicima</a:t>
            </a:r>
          </a:p>
          <a:p>
            <a:pPr lvl="1">
              <a:lnSpc>
                <a:spcPct val="100000"/>
              </a:lnSpc>
            </a:pPr>
            <a:r>
              <a:rPr lang="hr-HR">
                <a:latin typeface="Calibri"/>
                <a:ea typeface="Microsoft Sans Serif"/>
                <a:cs typeface="Microsoft Sans Serif"/>
              </a:rPr>
              <a:t>NF4 - Održavanje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Mogućnost nadogradnje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backenda</a:t>
            </a:r>
            <a:r>
              <a:rPr lang="hr-HR" sz="1800">
                <a:latin typeface="Calibri"/>
                <a:ea typeface="Microsoft Sans Serif"/>
                <a:cs typeface="Microsoft Sans Serif"/>
              </a:rPr>
              <a:t> i </a:t>
            </a:r>
            <a:r>
              <a:rPr lang="hr-HR" sz="1800" err="1">
                <a:latin typeface="Calibri"/>
                <a:ea typeface="Microsoft Sans Serif"/>
                <a:cs typeface="Microsoft Sans Serif"/>
              </a:rPr>
              <a:t>frontenda</a:t>
            </a:r>
            <a:endParaRPr lang="hr-HR" sz="1800">
              <a:latin typeface="Calibri"/>
              <a:ea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</a:pPr>
            <a:r>
              <a:rPr lang="hr-HR">
                <a:latin typeface="Calibri"/>
                <a:ea typeface="Microsoft Sans Serif"/>
                <a:cs typeface="Microsoft Sans Serif"/>
              </a:rPr>
              <a:t>NF5 - Pouzdanost</a:t>
            </a:r>
          </a:p>
          <a:p>
            <a:pPr lvl="2">
              <a:lnSpc>
                <a:spcPct val="100000"/>
              </a:lnSpc>
            </a:pPr>
            <a:r>
              <a:rPr lang="hr-HR" sz="1800">
                <a:latin typeface="Calibri"/>
                <a:ea typeface="Microsoft Sans Serif"/>
                <a:cs typeface="Microsoft Sans Serif"/>
              </a:rPr>
              <a:t>Dostupnost sustava korisnicima većinu vremena </a:t>
            </a:r>
          </a:p>
          <a:p>
            <a:pPr>
              <a:lnSpc>
                <a:spcPct val="100000"/>
              </a:lnSpc>
            </a:pPr>
            <a:endParaRPr lang="en-US" sz="1400"/>
          </a:p>
          <a:p>
            <a:pPr>
              <a:lnSpc>
                <a:spcPct val="100000"/>
              </a:lnSpc>
            </a:pPr>
            <a:endParaRPr lang="hr-HR" sz="1400"/>
          </a:p>
          <a:p>
            <a:pPr>
              <a:lnSpc>
                <a:spcPct val="100000"/>
              </a:lnSpc>
            </a:pPr>
            <a:endParaRPr lang="en-US" sz="140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35C219A-039B-F491-9728-AE992B61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F5DD70F8-B8E6-4F52-ADC0-574476351D1D}" type="datetime1"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C5A1B179-5091-E094-2003-2AB828E7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B5A05E5C-52CB-FBBD-FF3F-1D6C3C5E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7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D5D1-75C3-D4A8-63E2-92C88989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68FC-9E3F-C61B-8770-5DD80618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hr-HR" b="1"/>
              <a:t>Tehnologije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C9E9-3E3D-F59D-A062-FD576D1C7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800" y="1715934"/>
            <a:ext cx="10691333" cy="425716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hr-HR" b="1"/>
          </a:p>
          <a:p>
            <a:endParaRPr lang="en-US"/>
          </a:p>
          <a:p>
            <a:endParaRPr lang="hr-HR"/>
          </a:p>
          <a:p>
            <a:endParaRPr lang="en-US"/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68852040-D5C0-1305-EEDE-1BDCC46B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B48B95A-C8B8-4803-B0BC-190F6254E544}" type="datetime1">
              <a:pPr>
                <a:spcAft>
                  <a:spcPts val="600"/>
                </a:spcAft>
              </a:pPr>
              <a:t>10/24/2025</a:t>
            </a:fld>
            <a:endParaRPr lang="en-US"/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DF07C724-60D0-3808-BB28-454D0179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D885EC40-FE57-0A77-C0FA-FAEE97E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182" name="Diagram 181">
            <a:extLst>
              <a:ext uri="{FF2B5EF4-FFF2-40B4-BE49-F238E27FC236}">
                <a16:creationId xmlns:a16="http://schemas.microsoft.com/office/drawing/2014/main" id="{2A684A78-11E6-6B78-E92B-490A4577C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913791"/>
              </p:ext>
            </p:extLst>
          </p:nvPr>
        </p:nvGraphicFramePr>
        <p:xfrm>
          <a:off x="3757083" y="859367"/>
          <a:ext cx="3781778" cy="302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95" name="Diagram 294">
            <a:extLst>
              <a:ext uri="{FF2B5EF4-FFF2-40B4-BE49-F238E27FC236}">
                <a16:creationId xmlns:a16="http://schemas.microsoft.com/office/drawing/2014/main" id="{713B846B-13B5-5F0F-EA93-65AAC731F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487015"/>
              </p:ext>
            </p:extLst>
          </p:nvPr>
        </p:nvGraphicFramePr>
        <p:xfrm>
          <a:off x="6487583" y="3847393"/>
          <a:ext cx="3584222" cy="1907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20" name="Diagram 319">
            <a:extLst>
              <a:ext uri="{FF2B5EF4-FFF2-40B4-BE49-F238E27FC236}">
                <a16:creationId xmlns:a16="http://schemas.microsoft.com/office/drawing/2014/main" id="{369579B2-6A75-2114-ADEB-B9C1891035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540670"/>
              </p:ext>
            </p:extLst>
          </p:nvPr>
        </p:nvGraphicFramePr>
        <p:xfrm>
          <a:off x="1135943" y="2884311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5837621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Application>Microsoft Office PowerPoint</Application>
  <PresentationFormat>Widescreen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PawPal</vt:lpstr>
      <vt:lpstr>Sadržaj</vt:lpstr>
      <vt:lpstr>Članovi i uloge</vt:lpstr>
      <vt:lpstr>O projektu</vt:lpstr>
      <vt:lpstr>PREGLED ZAHTJEVA</vt:lpstr>
      <vt:lpstr>PREGLED ZAHTJEVA</vt:lpstr>
      <vt:lpstr>PREgled zahtjeva</vt:lpstr>
      <vt:lpstr>Tehnologije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Ivković</dc:creator>
  <cp:revision>56</cp:revision>
  <dcterms:created xsi:type="dcterms:W3CDTF">2025-10-22T17:40:19Z</dcterms:created>
  <dcterms:modified xsi:type="dcterms:W3CDTF">2025-10-24T09:14:27Z</dcterms:modified>
</cp:coreProperties>
</file>